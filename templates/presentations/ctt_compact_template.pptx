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10bb7030f74c7a" /><Relationship Type="http://schemas.openxmlformats.org/officeDocument/2006/relationships/extended-properties" Target="/docProps/app.xml" Id="Rbea46338ab4d4ea3" /><Relationship Type="http://schemas.openxmlformats.org/officeDocument/2006/relationships/officeDocument" Target="/ppt/presentation.xml" Id="R07b290ca20dc439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a7e89093b44d50"/>
  </p:sldMasterIdLst>
  <p:notesMasterIdLst>
    <p:notesMasterId xmlns:r="http://schemas.openxmlformats.org/officeDocument/2006/relationships" r:id="R1452af0c8c72438a"/>
  </p:notesMasterIdLst>
  <p:sldIdLst>
    <p:sldId xmlns:r="http://schemas.openxmlformats.org/officeDocument/2006/relationships" id="256" r:id="R04bcdab6e9184680"/>
    <p:sldId xmlns:r="http://schemas.openxmlformats.org/officeDocument/2006/relationships" id="257" r:id="Red853d7af1a04daa"/>
    <p:sldId xmlns:r="http://schemas.openxmlformats.org/officeDocument/2006/relationships" id="258" r:id="Rb1e16d6356464a54"/>
    <p:sldId xmlns:r="http://schemas.openxmlformats.org/officeDocument/2006/relationships" id="259" r:id="Rdbf678cd07af48ce"/>
    <p:sldId xmlns:r="http://schemas.openxmlformats.org/officeDocument/2006/relationships" id="260" r:id="Reb2fac2319c14cd0"/>
    <p:sldId xmlns:r="http://schemas.openxmlformats.org/officeDocument/2006/relationships" id="261" r:id="R88515335e5944118"/>
    <p:sldId xmlns:r="http://schemas.openxmlformats.org/officeDocument/2006/relationships" id="262" r:id="Ra9b67b15cc4e4c1d"/>
    <p:sldId xmlns:r="http://schemas.openxmlformats.org/officeDocument/2006/relationships" id="263" r:id="Rfafa90aef3594de2"/>
    <p:sldId xmlns:r="http://schemas.openxmlformats.org/officeDocument/2006/relationships" id="264" r:id="R317617b5b6894828"/>
    <p:sldId xmlns:r="http://schemas.openxmlformats.org/officeDocument/2006/relationships" id="265" r:id="R5f44539dd0864add"/>
    <p:sldId xmlns:r="http://schemas.openxmlformats.org/officeDocument/2006/relationships" id="266" r:id="R2bdda05040c643a5"/>
    <p:sldId xmlns:r="http://schemas.openxmlformats.org/officeDocument/2006/relationships" id="267" r:id="Rc9c06f9e097b45a0"/>
    <p:sldId xmlns:r="http://schemas.openxmlformats.org/officeDocument/2006/relationships" id="268" r:id="R2cc2bf41efed4a98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db84ddfc5045fa" /><Relationship Type="http://schemas.openxmlformats.org/officeDocument/2006/relationships/slideMaster" Target="/ppt/slideMasters/slideMaster1.xml" Id="Rcda7e89093b44d50" /><Relationship Type="http://schemas.openxmlformats.org/officeDocument/2006/relationships/notesMaster" Target="/ppt/notesMasters/notesMaster1.xml" Id="R1452af0c8c72438a" /><Relationship Type="http://schemas.openxmlformats.org/officeDocument/2006/relationships/presProps" Target="/ppt/presProps.xml" Id="Reb6e95167aeb4ee2" /><Relationship Type="http://schemas.openxmlformats.org/officeDocument/2006/relationships/viewProps" Target="/ppt/viewProps.xml" Id="Rf92dbac708d0468a" /><Relationship Type="http://schemas.openxmlformats.org/officeDocument/2006/relationships/tableStyles" Target="/ppt/tableStyles.xml" Id="Reeb7eb9036954a25" /><Relationship Type="http://schemas.openxmlformats.org/officeDocument/2006/relationships/slide" Target="/ppt/slides/slide1.xml" Id="R04bcdab6e9184680" /><Relationship Type="http://schemas.openxmlformats.org/officeDocument/2006/relationships/slide" Target="/ppt/slides/slide2.xml" Id="Red853d7af1a04daa" /><Relationship Type="http://schemas.openxmlformats.org/officeDocument/2006/relationships/slide" Target="/ppt/slides/slide3.xml" Id="Rb1e16d6356464a54" /><Relationship Type="http://schemas.openxmlformats.org/officeDocument/2006/relationships/slide" Target="/ppt/slides/slide4.xml" Id="Rdbf678cd07af48ce" /><Relationship Type="http://schemas.openxmlformats.org/officeDocument/2006/relationships/slide" Target="/ppt/slides/slide5.xml" Id="Reb2fac2319c14cd0" /><Relationship Type="http://schemas.openxmlformats.org/officeDocument/2006/relationships/slide" Target="/ppt/slides/slide6.xml" Id="R88515335e5944118" /><Relationship Type="http://schemas.openxmlformats.org/officeDocument/2006/relationships/slide" Target="/ppt/slides/slide7.xml" Id="Ra9b67b15cc4e4c1d" /><Relationship Type="http://schemas.openxmlformats.org/officeDocument/2006/relationships/slide" Target="/ppt/slides/slide8.xml" Id="Rfafa90aef3594de2" /><Relationship Type="http://schemas.openxmlformats.org/officeDocument/2006/relationships/slide" Target="/ppt/slides/slide9.xml" Id="R317617b5b6894828" /><Relationship Type="http://schemas.openxmlformats.org/officeDocument/2006/relationships/slide" Target="/ppt/slides/slide10.xml" Id="R5f44539dd0864add" /><Relationship Type="http://schemas.openxmlformats.org/officeDocument/2006/relationships/slide" Target="/ppt/slides/slide11.xml" Id="R2bdda05040c643a5" /><Relationship Type="http://schemas.openxmlformats.org/officeDocument/2006/relationships/slide" Target="/ppt/slides/slide12.xml" Id="Rc9c06f9e097b45a0" /><Relationship Type="http://schemas.openxmlformats.org/officeDocument/2006/relationships/slide" Target="/ppt/slides/slide13.xml" Id="R2cc2bf41efed4a9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8caef5d5d041a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27f8caae9e3439f" /><Relationship Type="http://schemas.openxmlformats.org/officeDocument/2006/relationships/notesMaster" Target="/ppt/notesMasters/notesMaster1.xml" Id="R458960f8abd542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2d8f1dc8bd04456" /><Relationship Type="http://schemas.openxmlformats.org/officeDocument/2006/relationships/notesMaster" Target="/ppt/notesMasters/notesMaster1.xml" Id="R784b4689d01f485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64a2137cd74b48" /><Relationship Type="http://schemas.openxmlformats.org/officeDocument/2006/relationships/notesMaster" Target="/ppt/notesMasters/notesMaster1.xml" Id="R2cb7893a730642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cde86ab9ff34697" /><Relationship Type="http://schemas.openxmlformats.org/officeDocument/2006/relationships/notesMaster" Target="/ppt/notesMasters/notesMaster1.xml" Id="R58db51142ef2424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95b03bb18744753" /><Relationship Type="http://schemas.openxmlformats.org/officeDocument/2006/relationships/notesMaster" Target="/ppt/notesMasters/notesMaster1.xml" Id="Ra7bc8dd206ee471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8238cab1cd04110" /><Relationship Type="http://schemas.openxmlformats.org/officeDocument/2006/relationships/notesMaster" Target="/ppt/notesMasters/notesMaster1.xml" Id="Raf1e83e9ee7f4de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9c7526b410e4dbe" /><Relationship Type="http://schemas.openxmlformats.org/officeDocument/2006/relationships/notesMaster" Target="/ppt/notesMasters/notesMaster1.xml" Id="R3883657f2dcd479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fdd3a19306a4a0b" /><Relationship Type="http://schemas.openxmlformats.org/officeDocument/2006/relationships/notesMaster" Target="/ppt/notesMasters/notesMaster1.xml" Id="Rb0e4b173edd2447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150ef482f78488b" /><Relationship Type="http://schemas.openxmlformats.org/officeDocument/2006/relationships/notesMaster" Target="/ppt/notesMasters/notesMaster1.xml" Id="R95b15cf855d443a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daf3978b5fd4c12" /><Relationship Type="http://schemas.openxmlformats.org/officeDocument/2006/relationships/notesMaster" Target="/ppt/notesMasters/notesMaster1.xml" Id="R8a4182812c0f430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7e4ef4128584fca" /><Relationship Type="http://schemas.openxmlformats.org/officeDocument/2006/relationships/notesMaster" Target="/ppt/notesMasters/notesMaster1.xml" Id="R2eb0dd90213041f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ebc0029d07d4571" /><Relationship Type="http://schemas.openxmlformats.org/officeDocument/2006/relationships/notesMaster" Target="/ppt/notesMasters/notesMaster1.xml" Id="R9b2e737bd62743d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8ff9c42bd53466a" /><Relationship Type="http://schemas.openxmlformats.org/officeDocument/2006/relationships/notesMaster" Target="/ppt/notesMasters/notesMaster1.xml" Id="R21951dd258a24af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{{notes}}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{{notes}}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{{notes}}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{{notes}}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{{notes}}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{{notes}}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{{notes}}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{{notes}}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{{notes}}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{{notes}}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af1785aa7741a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6d7606bcd3430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565b9ef4004ee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887283ac0844e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9b8c5e9e8a42d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56894b2a9a40e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63ebb1a8834ab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e6b19545244d3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e061a038994dd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7af2809f704f6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b0c8fb92ee475c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E7970FB-B311-43AB-86F6-AA046011CDB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F132975-85C9-47D0-B485-EE0899249DF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CBF7286-9A30-4214-92B8-D3D088DE754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938D51-2CE9-440B-BB7E-DB5C25A72DB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1450A12-7B08-4478-83D6-8589287819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44B61A-E52C-4D17-B41B-AFCB336F0C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C24DB97-87B0-4865-8175-CD390A029B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0457CBB-F48D-479A-8E2F-99A17BC112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3B1E2F-FA1C-4FEB-B8E8-04F873AFFA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538D44E-C135-4300-BAB4-A3115582093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771A24-C021-4BD5-A6F9-7AAC8486CC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30DE7F6-F36D-4D70-B100-2E0EF9AB14D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656596-1B8A-4432-97D8-89EC83A9191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91BD27A-F90E-46D2-99C2-52CAF3E471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6FC286-6AAD-4BC9-8644-5EE74E5013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0CCD2A-6541-427A-9B30-078B1EED57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04975E5-876D-4F8B-BE68-57A185A5451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6EF1C9D-F2F8-406B-AB9A-3DA5E4CF1E1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30029B-71C0-4A1A-A9FF-9974058C01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496CC9D-76FE-4CDB-895F-27702EA9D7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8653CE8-BDC3-40FA-867D-42C3B6398C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F8759BC-9E16-4269-B7C6-C927E2F1AAC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86FF08-4AC8-484A-8EEC-5E554BDFFB1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CB113D2-3EDA-4C6A-B04A-DDA563774DD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898764C-7CF4-4D27-ADA1-85A2DA814A8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C952155-672D-4E9D-A88D-584A0B10347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05A1EC3-3C4A-4B28-A921-85B6DD5CBFC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003EB96-ACC7-4131-9FD3-5B3C30224D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2F9604A-7BB8-4524-85C8-EFE14F2567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48628DD-6725-4922-AB50-4D44CBB8DA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8C3F183-1C41-4FD4-9D23-105834D057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93EACC7A-F9AC-4585-A7E3-9915364242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1DA5BA1-E955-4BC2-BB87-56835453E0B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B6906FF-2619-4F46-A77E-1914E1C610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B6FE651-6B96-412F-A07F-4E0B473F68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28128E3-4AED-45DE-AE76-57A62F9D81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033CD0D-0C06-42E4-B4AE-D2E61518D7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1F9E548-12DC-432C-9395-74E178634EC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8E1EFEA-C770-4FCC-A45E-5EB68FF375A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6231496-06C5-4D78-A7CA-FA6553A3799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BAC7247-2985-4F75-AA60-53C2893C04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E1E8B85-1713-4887-9325-1612471DAC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42508C-BCCC-41D9-B79D-4A3819E398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DEFD1F54-ABC6-4776-B4B6-532A910E6DDF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38CB9BC-7414-4B99-8B63-2A9B17E7953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2F10E65-CE90-4A4F-B26D-6C1B278075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18EDFA-5687-4953-8D4E-15E40E0B8B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25523DB-1F64-47A5-B1C8-3CD0F7D219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572310-5925-43A0-92F6-73D2CE3C22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D819F2D-E906-473B-9F66-892BCB271A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163A0F6-FE9E-4939-8225-1661463DA5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0C43F79-8EB8-45F2-92C9-731F07C6B6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E0F7D69-2747-4FB4-8891-A9C26CEDF5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80229BE-A213-4162-A82D-117E0130B8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79EA7EC-043B-444F-9C22-420E779FBA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5985E9-AB83-4B4D-BABF-E2C85CD75F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A4CD46C-FD0F-4A6A-8AA4-67A46E7768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2097FFA-956D-4088-8DB5-738B1C0B5E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0e4911f2cb4844" /><Relationship Type="http://schemas.openxmlformats.org/officeDocument/2006/relationships/slideLayout" Target="/ppt/slideLayouts/slideLayout1.xml" Id="R6f8d26b6c7924343" /><Relationship Type="http://schemas.openxmlformats.org/officeDocument/2006/relationships/slideLayout" Target="/ppt/slideLayouts/slideLayout2.xml" Id="Red1c88dfd5b04014" /><Relationship Type="http://schemas.openxmlformats.org/officeDocument/2006/relationships/slideLayout" Target="/ppt/slideLayouts/slideLayout3.xml" Id="R2158e9da6fdf4578" /><Relationship Type="http://schemas.openxmlformats.org/officeDocument/2006/relationships/slideLayout" Target="/ppt/slideLayouts/slideLayout4.xml" Id="R1fa43e1ac5b64548" /><Relationship Type="http://schemas.openxmlformats.org/officeDocument/2006/relationships/slideLayout" Target="/ppt/slideLayouts/slideLayout5.xml" Id="Rd235e35502244cad" /><Relationship Type="http://schemas.openxmlformats.org/officeDocument/2006/relationships/slideLayout" Target="/ppt/slideLayouts/slideLayout6.xml" Id="R462d9438cd0b4f75" /><Relationship Type="http://schemas.openxmlformats.org/officeDocument/2006/relationships/slideLayout" Target="/ppt/slideLayouts/slideLayout7.xml" Id="Reb5621f66802423a" /><Relationship Type="http://schemas.openxmlformats.org/officeDocument/2006/relationships/slideLayout" Target="/ppt/slideLayouts/slideLayout8.xml" Id="R8884dd6f03fa4eb0" /><Relationship Type="http://schemas.openxmlformats.org/officeDocument/2006/relationships/slideLayout" Target="/ppt/slideLayouts/slideLayout9.xml" Id="Rf90162f78bde4161" /><Relationship Type="http://schemas.openxmlformats.org/officeDocument/2006/relationships/slideLayout" Target="/ppt/slideLayouts/slideLayout10.xml" Id="Raacffd38c87947eb" /><Relationship Type="http://schemas.openxmlformats.org/officeDocument/2006/relationships/slideLayout" Target="/ppt/slideLayouts/slideLayout11.xml" Id="R0c13028769f44ce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D18BFAA-A297-494F-9681-94BBE586F1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263810D-1F74-45CA-BCBB-83AC295E1E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72C1F91-AC06-418C-B6FA-8E04C010618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10/6/2026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0D8367-8D72-4EFD-A5EE-596CCDB2A10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4C8F96C-29FB-4641-B71B-BCF09CAB717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8d26b6c7924343"/>
    <p:sldLayoutId xmlns:r="http://schemas.openxmlformats.org/officeDocument/2006/relationships" id="2147483650" r:id="Red1c88dfd5b04014"/>
    <p:sldLayoutId xmlns:r="http://schemas.openxmlformats.org/officeDocument/2006/relationships" id="2147483651" r:id="R2158e9da6fdf4578"/>
    <p:sldLayoutId xmlns:r="http://schemas.openxmlformats.org/officeDocument/2006/relationships" id="2147483652" r:id="R1fa43e1ac5b64548"/>
    <p:sldLayoutId xmlns:r="http://schemas.openxmlformats.org/officeDocument/2006/relationships" id="2147483653" r:id="Rd235e35502244cad"/>
    <p:sldLayoutId xmlns:r="http://schemas.openxmlformats.org/officeDocument/2006/relationships" id="2147483654" r:id="R462d9438cd0b4f75"/>
    <p:sldLayoutId xmlns:r="http://schemas.openxmlformats.org/officeDocument/2006/relationships" id="2147483655" r:id="Reb5621f66802423a"/>
    <p:sldLayoutId xmlns:r="http://schemas.openxmlformats.org/officeDocument/2006/relationships" id="2147483656" r:id="R8884dd6f03fa4eb0"/>
    <p:sldLayoutId xmlns:r="http://schemas.openxmlformats.org/officeDocument/2006/relationships" id="2147483657" r:id="Rf90162f78bde4161"/>
    <p:sldLayoutId xmlns:r="http://schemas.openxmlformats.org/officeDocument/2006/relationships" id="2147483658" r:id="Raacffd38c87947eb"/>
    <p:sldLayoutId xmlns:r="http://schemas.openxmlformats.org/officeDocument/2006/relationships" id="2147483659" r:id="R0c13028769f44ceb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53bcfd27ed04681" /><Relationship Type="http://schemas.openxmlformats.org/officeDocument/2006/relationships/image" Target="/ppt/media/image.png" Id="Rb8769b0c31d848ff" /><Relationship Type="http://schemas.openxmlformats.org/officeDocument/2006/relationships/notesSlide" Target="/ppt/notesSlides/notesSlide1.xml" Id="Re1b303227c8349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32a630c48134f75" /><Relationship Type="http://schemas.openxmlformats.org/officeDocument/2006/relationships/image" Target="/ppt/media/image2.png" Id="Rbdbfc6084322495b" /><Relationship Type="http://schemas.openxmlformats.org/officeDocument/2006/relationships/notesSlide" Target="/ppt/notesSlides/notesSlide2.xml" Id="Rb81788a5629948c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818b1deb0941d3" /><Relationship Type="http://schemas.openxmlformats.org/officeDocument/2006/relationships/image" Target="/ppt/media/image3.png" Id="R38ca57d17415484d" /><Relationship Type="http://schemas.openxmlformats.org/officeDocument/2006/relationships/notesSlide" Target="/ppt/notesSlides/notesSlide3.xml" Id="R56a941c65f2246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2395564a17d40cf" /><Relationship Type="http://schemas.openxmlformats.org/officeDocument/2006/relationships/image" Target="/ppt/media/image4.png" Id="R92026fec069b41b4" /><Relationship Type="http://schemas.openxmlformats.org/officeDocument/2006/relationships/notesSlide" Target="/ppt/notesSlides/notesSlide4.xml" Id="R586d2a7d070b4b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b9bb7715cbe4b4f" /><Relationship Type="http://schemas.openxmlformats.org/officeDocument/2006/relationships/image" Target="/ppt/media/image4.png" Id="R673b5a90ccf24155" /><Relationship Type="http://schemas.openxmlformats.org/officeDocument/2006/relationships/notesSlide" Target="/ppt/notesSlides/notesSlide5.xml" Id="R9d1ce99761f5498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3e0c49157cb4a4f" /><Relationship Type="http://schemas.openxmlformats.org/officeDocument/2006/relationships/image" Target="/ppt/media/image4.png" Id="Re87f1b8b6ff34d8a" /><Relationship Type="http://schemas.openxmlformats.org/officeDocument/2006/relationships/notesSlide" Target="/ppt/notesSlides/notesSlide6.xml" Id="R09ebea96cc2e446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fcec0c1ddd0482e" /><Relationship Type="http://schemas.openxmlformats.org/officeDocument/2006/relationships/image" Target="/ppt/media/image4.png" Id="R8ae61110555b428a" /><Relationship Type="http://schemas.openxmlformats.org/officeDocument/2006/relationships/notesSlide" Target="/ppt/notesSlides/notesSlide7.xml" Id="Rba0ba93764d84d9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a60175e2b974839" /><Relationship Type="http://schemas.openxmlformats.org/officeDocument/2006/relationships/image" Target="/ppt/media/image4.png" Id="R35f69286d1ec459f" /><Relationship Type="http://schemas.openxmlformats.org/officeDocument/2006/relationships/notesSlide" Target="/ppt/notesSlides/notesSlide8.xml" Id="R3716f31be1a3427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9380b34b9874809" /><Relationship Type="http://schemas.openxmlformats.org/officeDocument/2006/relationships/image" Target="/ppt/media/image4.png" Id="R3fab7a75262647d0" /><Relationship Type="http://schemas.openxmlformats.org/officeDocument/2006/relationships/notesSlide" Target="/ppt/notesSlides/notesSlide9.xml" Id="R1d85145c3263426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3aec60ca26b450c" /><Relationship Type="http://schemas.openxmlformats.org/officeDocument/2006/relationships/image" Target="/ppt/media/image5.png" Id="R95c187c7038c44eb" /><Relationship Type="http://schemas.openxmlformats.org/officeDocument/2006/relationships/notesSlide" Target="/ppt/notesSlides/notesSlide10.xml" Id="R320547716147473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cf904bb1be4e82" /><Relationship Type="http://schemas.openxmlformats.org/officeDocument/2006/relationships/image" Target="/ppt/media/image4.png" Id="R108c19f595294467" /><Relationship Type="http://schemas.openxmlformats.org/officeDocument/2006/relationships/notesSlide" Target="/ppt/notesSlides/notesSlide11.xml" Id="R4b2eed3f6b63424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461246df4a8482c" /><Relationship Type="http://schemas.openxmlformats.org/officeDocument/2006/relationships/image" Target="/ppt/media/image4.png" Id="Rac312952c0c74be1" /><Relationship Type="http://schemas.openxmlformats.org/officeDocument/2006/relationships/notesSlide" Target="/ppt/notesSlides/notesSlide12.xml" Id="R291b08c175a5429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9255dbc08bd4b9e" /><Relationship Type="http://schemas.openxmlformats.org/officeDocument/2006/relationships/image" Target="/ppt/media/image4.png" Id="R6621792166c54150" /><Relationship Type="http://schemas.openxmlformats.org/officeDocument/2006/relationships/notesSlide" Target="/ppt/notesSlides/notesSlide13.xml" Id="Rba62c21fd19b445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769b0c31d848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AF85AB2A-8C50-40C2-B8E5-185683C3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256" y="713232"/>
            <a:ext cx="2852928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00D30F1-E00B-4D36-9410-CE86E9C2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688" y="799430"/>
            <a:ext cx="64" cy="1384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 sz="90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53C70DB3-1881-416A-85AC-DC30255B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002536"/>
            <a:ext cx="2596896" cy="274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ctt:cover_scope">
            <a:extLst xmlns:a="http://schemas.openxmlformats.org/drawingml/2006/main">
              <a:ext uri="{FF2B5EF4-FFF2-40B4-BE49-F238E27FC236}">
                <a16:creationId xmlns:a16="http://schemas.microsoft.com/office/drawing/2014/main" id="{9471A968-149A-47BD-A578-BBFAD2B0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70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{{cover_scope}}</a:t>
            </a:r>
          </a:p>
        </p:txBody>
      </p:sp>
      <p:sp>
        <p:nvSpPr>
          <p:cNvPr id="9" name="ctt:cover_title">
            <a:extLst xmlns:a="http://schemas.openxmlformats.org/drawingml/2006/main">
              <a:ext uri="{FF2B5EF4-FFF2-40B4-BE49-F238E27FC236}">
                <a16:creationId xmlns:a16="http://schemas.microsoft.com/office/drawing/2014/main" id="{A0B25C26-AFA5-474D-B259-7B6981BEE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345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{{cover_title}}</a:t>
            </a:r>
          </a:p>
        </p:txBody>
      </p:sp>
      <p:sp>
        <p:nvSpPr>
          <p:cNvPr id="10" name="ctt:cover_period">
            <a:extLst xmlns:a="http://schemas.openxmlformats.org/drawingml/2006/main">
              <a:ext uri="{FF2B5EF4-FFF2-40B4-BE49-F238E27FC236}">
                <a16:creationId xmlns:a16="http://schemas.microsoft.com/office/drawing/2014/main" id="{D3F41AF9-D899-4943-BEE7-5CACB452D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57575"/>
            <a:ext cx="876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{{cover_period}}</a:t>
            </a:r>
          </a:p>
        </p:txBody>
      </p:sp>
    </p:spTree>
    <p:extLst>
      <p:ext uri="{BB962C8B-B14F-4D97-AF65-F5344CB8AC3E}">
        <p14:creationId xmlns:p14="http://schemas.microsoft.com/office/powerpoint/2010/main" val="35258449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bfc608432249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ctt:section_label">
            <a:extLst xmlns:a="http://schemas.openxmlformats.org/drawingml/2006/main">
              <a:ext uri="{FF2B5EF4-FFF2-40B4-BE49-F238E27FC236}">
                <a16:creationId xmlns:a16="http://schemas.microsoft.com/office/drawing/2014/main" id="{FC700AB7-E504-4BA2-B1BA-FEF00F936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18872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50" b="1">
                <a:solidFill>
                  <a:srgbClr val="E6F3D8"/>
                </a:solidFill>
                <a:latin typeface="Calibri"/>
                <a:ea typeface="Calibri"/>
                <a:cs typeface="Calibri"/>
              </a:rPr>
              <a:t>{{section_label}}</a:t>
            </a:r>
          </a:p>
        </p:txBody>
      </p:sp>
      <p:sp>
        <p:nvSpPr>
          <p:cNvPr id="4" name="ctt:section_title">
            <a:extLst xmlns:a="http://schemas.openxmlformats.org/drawingml/2006/main">
              <a:ext uri="{FF2B5EF4-FFF2-40B4-BE49-F238E27FC236}">
                <a16:creationId xmlns:a16="http://schemas.microsoft.com/office/drawing/2014/main" id="{0FF14364-299D-44DE-9598-4EAC51F0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72768"/>
            <a:ext cx="731520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Calibri Light"/>
                <a:ea typeface="Calibri Light"/>
                <a:cs typeface="Calibri Light"/>
              </a:rPr>
              <a:t>{{section_title}}</a:t>
            </a:r>
          </a:p>
        </p:txBody>
      </p:sp>
      <p:sp>
        <p:nvSpPr>
          <p:cNvPr id="5" name="ctt:section_scope">
            <a:extLst xmlns:a="http://schemas.openxmlformats.org/drawingml/2006/main">
              <a:ext uri="{FF2B5EF4-FFF2-40B4-BE49-F238E27FC236}">
                <a16:creationId xmlns:a16="http://schemas.microsoft.com/office/drawing/2014/main" id="{7F106F25-0463-47A6-97CE-F1350E47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143250"/>
            <a:ext cx="8572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{{section_scope}}</a:t>
            </a:r>
            <a:endParaRPr sz="1850" b="0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7D2A4C8-6B1A-40D8-BFC7-A840516C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816352"/>
            <a:ext cx="941832" cy="274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9BC15FE-9F22-4C93-BCA0-66033973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232" y="1417320"/>
            <a:ext cx="126187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3400" b="1">
                <a:solidFill>
                  <a:srgbClr val="B9DA86"/>
                </a:solidFill>
                <a:latin typeface="Calibri Light"/>
                <a:ea typeface="Calibri Light"/>
                <a:cs typeface="Calibri Light"/>
              </a:rPr>
              <a:t>01</a:t>
            </a:r>
          </a:p>
        </p:txBody>
      </p:sp>
      <p:sp>
        <p:nvSpPr>
          <p:cNvPr id="8" name="ctt:section_caption">
            <a:extLst xmlns:a="http://schemas.openxmlformats.org/drawingml/2006/main">
              <a:ext uri="{FF2B5EF4-FFF2-40B4-BE49-F238E27FC236}">
                <a16:creationId xmlns:a16="http://schemas.microsoft.com/office/drawing/2014/main" id="{2B940987-35D0-43E9-81E1-849287FE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088" y="2075688"/>
            <a:ext cx="12801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869" b="1">
                <a:solidFill>
                  <a:srgbClr val="E0EEC8"/>
                </a:solidFill>
                <a:latin typeface="Calibri"/>
                <a:ea typeface="Calibri"/>
                <a:cs typeface="Calibri"/>
              </a:rPr>
              <a:t>{{section_caption}}</a:t>
            </a:r>
          </a:p>
        </p:txBody>
      </p:sp>
    </p:spTree>
    <p:extLst>
      <p:ext uri="{BB962C8B-B14F-4D97-AF65-F5344CB8AC3E}">
        <p14:creationId xmlns:p14="http://schemas.microsoft.com/office/powerpoint/2010/main" val="19484304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ca57d1741548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ctt:agenda_title">
            <a:extLst xmlns:a="http://schemas.openxmlformats.org/drawingml/2006/main">
              <a:ext uri="{FF2B5EF4-FFF2-40B4-BE49-F238E27FC236}">
                <a16:creationId xmlns:a16="http://schemas.microsoft.com/office/drawing/2014/main" id="{16585C29-CC64-47FD-A228-21B2A9484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11480"/>
            <a:ext cx="104775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00" b="1">
                <a:solidFill>
                  <a:srgbClr val="76B82A"/>
                </a:solidFill>
                <a:latin typeface="Calibri Light"/>
                <a:ea typeface="Calibri Light"/>
                <a:cs typeface="Calibri Light"/>
              </a:rPr>
              <a:t>{{agenda_title}}</a:t>
            </a:r>
          </a:p>
        </p:txBody>
      </p:sp>
      <p:sp>
        <p:nvSpPr>
          <p:cNvPr id="4" name="ctt:agenda_scope">
            <a:extLst xmlns:a="http://schemas.openxmlformats.org/drawingml/2006/main">
              <a:ext uri="{FF2B5EF4-FFF2-40B4-BE49-F238E27FC236}">
                <a16:creationId xmlns:a16="http://schemas.microsoft.com/office/drawing/2014/main" id="{55C48F12-E0B2-48DC-8A43-FB9E1758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896112"/>
            <a:ext cx="104775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19" b="0">
                <a:solidFill>
                  <a:srgbClr val="D1DEE2"/>
                </a:solidFill>
                <a:latin typeface="Calibri"/>
                <a:ea typeface="Calibri"/>
                <a:cs typeface="Calibri"/>
              </a:rPr>
              <a:t>{{agenda_scope}}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B07C3828-E78F-4046-AC9E-86AF8BC4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481328"/>
            <a:ext cx="5175504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A5E6B"/>
          </a:solidFill>
          <a:ln xmlns:a="http://schemas.openxmlformats.org/drawingml/2006/main" w="12700">
            <a:solidFill>
              <a:srgbClr val="476B7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CF3A74CA-8853-4042-A5FF-17E576E7F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82496"/>
            <a:ext cx="438912" cy="4389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0FC62DE-0478-4F5C-A732-5B69B04A7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82496"/>
            <a:ext cx="43891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8" name="ctt:agenda_item1">
            <a:extLst xmlns:a="http://schemas.openxmlformats.org/drawingml/2006/main">
              <a:ext uri="{FF2B5EF4-FFF2-40B4-BE49-F238E27FC236}">
                <a16:creationId xmlns:a16="http://schemas.microsoft.com/office/drawing/2014/main" id="{56B5658F-6941-4040-876E-60E3BAAB8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024" y="1657350"/>
            <a:ext cx="4238625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{{agenda_item1}}</a:t>
            </a:r>
            <a:endParaRPr sz="1010" b="1">
              <a:solidFill>
                <a:srgbClr val="FFFFFF"/>
              </a:solidFill>
            </a:endParaRP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1961D307-2D43-40D6-AC0B-EB399512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81328"/>
            <a:ext cx="5175504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A5E6B"/>
          </a:solidFill>
          <a:ln xmlns:a="http://schemas.openxmlformats.org/drawingml/2006/main" w="12700">
            <a:solidFill>
              <a:srgbClr val="476B7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3C0F5B6-9D70-4C1D-A99D-F14C8466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682496"/>
            <a:ext cx="438912" cy="4389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9958ED6-A197-4437-B95C-84AE3C7F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682496"/>
            <a:ext cx="43891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2" name="ctt:agenda_item2">
            <a:extLst xmlns:a="http://schemas.openxmlformats.org/drawingml/2006/main">
              <a:ext uri="{FF2B5EF4-FFF2-40B4-BE49-F238E27FC236}">
                <a16:creationId xmlns:a16="http://schemas.microsoft.com/office/drawing/2014/main" id="{55CC8FB9-099F-4AE2-BCFF-EDC8F81C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6016" y="1657350"/>
            <a:ext cx="4238625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{{agenda_item2}}</a:t>
            </a:r>
            <a:endParaRPr sz="101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008D8AC3-60F6-4A06-BAE2-C985CDD32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2670048"/>
            <a:ext cx="5175504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A5E6B"/>
          </a:solidFill>
          <a:ln xmlns:a="http://schemas.openxmlformats.org/drawingml/2006/main" w="12700">
            <a:solidFill>
              <a:srgbClr val="476B7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DF0211F-9AD7-4821-849E-FD58C7702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71216"/>
            <a:ext cx="438912" cy="4389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999B02C-4FD3-45EB-B973-98D15497F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71216"/>
            <a:ext cx="43891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6" name="ctt:agenda_item3">
            <a:extLst xmlns:a="http://schemas.openxmlformats.org/drawingml/2006/main">
              <a:ext uri="{FF2B5EF4-FFF2-40B4-BE49-F238E27FC236}">
                <a16:creationId xmlns:a16="http://schemas.microsoft.com/office/drawing/2014/main" id="{3806A829-C22C-45BF-BF4D-AA7DE75F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024" y="2847975"/>
            <a:ext cx="4238625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{{agenda_item3}}</a:t>
            </a:r>
            <a:endParaRPr sz="101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49EF7DAC-8A33-4E55-959A-13FC6CD6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670048"/>
            <a:ext cx="5175504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A5E6B"/>
          </a:solidFill>
          <a:ln xmlns:a="http://schemas.openxmlformats.org/drawingml/2006/main" w="12700">
            <a:solidFill>
              <a:srgbClr val="476B7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DA1A23C-4604-4F00-807E-FC487425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871216"/>
            <a:ext cx="438912" cy="4389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C4835A9-289C-4E95-B539-E2E06CB6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871216"/>
            <a:ext cx="43891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0" name="ctt:agenda_item4">
            <a:extLst xmlns:a="http://schemas.openxmlformats.org/drawingml/2006/main">
              <a:ext uri="{FF2B5EF4-FFF2-40B4-BE49-F238E27FC236}">
                <a16:creationId xmlns:a16="http://schemas.microsoft.com/office/drawing/2014/main" id="{106C71E7-D8B3-4B6F-A24C-062214F3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6016" y="2847975"/>
            <a:ext cx="4238625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{{agenda_item4}}</a:t>
            </a:r>
            <a:endParaRPr sz="101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2E874F42-2220-4EAC-AAEF-4D6A3912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858768"/>
            <a:ext cx="5175504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A5E6B"/>
          </a:solidFill>
          <a:ln xmlns:a="http://schemas.openxmlformats.org/drawingml/2006/main" w="12700">
            <a:solidFill>
              <a:srgbClr val="476B7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EB2AF5B6-4C96-4CE3-844D-C7EB3618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59935"/>
            <a:ext cx="438912" cy="4389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866D6EE8-E370-4890-9F0B-60302FA0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59935"/>
            <a:ext cx="43891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4" name="ctt:agenda_item5">
            <a:extLst xmlns:a="http://schemas.openxmlformats.org/drawingml/2006/main">
              <a:ext uri="{FF2B5EF4-FFF2-40B4-BE49-F238E27FC236}">
                <a16:creationId xmlns:a16="http://schemas.microsoft.com/office/drawing/2014/main" id="{6CB3575E-6697-43DD-AB5A-DDE435EB9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5024" y="4038600"/>
            <a:ext cx="4238625" cy="4953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{{agenda_item5}}</a:t>
            </a:r>
            <a:endParaRPr sz="1010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9" name="ctt:agenda_context">
            <a:extLst xmlns:a="http://schemas.openxmlformats.org/drawingml/2006/main">
              <a:ext uri="{FF2B5EF4-FFF2-40B4-BE49-F238E27FC236}">
                <a16:creationId xmlns:a16="http://schemas.microsoft.com/office/drawing/2014/main" id="{339AF3F1-4278-482C-92D9-E06043ADA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6035040"/>
            <a:ext cx="1000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19" b="0">
                <a:solidFill>
                  <a:srgbClr val="9DB4BC"/>
                </a:solidFill>
                <a:latin typeface="Calibri"/>
                <a:ea typeface="Calibri"/>
                <a:cs typeface="Calibri"/>
              </a:rPr>
              <a:t>{{agenda_context}}</a:t>
            </a:r>
          </a:p>
        </p:txBody>
      </p:sp>
      <p:sp>
        <p:nvSpPr>
          <p:cNvPr id="30" name="ctt:page">
            <a:extLst xmlns:a="http://schemas.openxmlformats.org/drawingml/2006/main">
              <a:ext uri="{FF2B5EF4-FFF2-40B4-BE49-F238E27FC236}">
                <a16:creationId xmlns:a16="http://schemas.microsoft.com/office/drawing/2014/main" id="{A6A02662-D9FD-4E07-B4F6-A7D9D374E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6163056"/>
            <a:ext cx="8229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730" b="1">
                <a:solidFill>
                  <a:srgbClr val="9DB4BC"/>
                </a:solidFill>
                <a:latin typeface="Calibri"/>
                <a:ea typeface="Calibri"/>
                <a:cs typeface="Calibri"/>
              </a:rPr>
              <a:t>{{page}}</a:t>
            </a:r>
          </a:p>
        </p:txBody>
      </p:sp>
    </p:spTree>
    <p:extLst>
      <p:ext uri="{BB962C8B-B14F-4D97-AF65-F5344CB8AC3E}">
        <p14:creationId xmlns:p14="http://schemas.microsoft.com/office/powerpoint/2010/main" val="172212123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026fec069b41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ctt:detail_title">
            <a:extLst xmlns:a="http://schemas.openxmlformats.org/drawingml/2006/main">
              <a:ext uri="{FF2B5EF4-FFF2-40B4-BE49-F238E27FC236}">
                <a16:creationId xmlns:a16="http://schemas.microsoft.com/office/drawing/2014/main" id="{384A374C-B209-4F05-8C45-17AEAA11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1010412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50" b="1">
                <a:solidFill>
                  <a:srgbClr val="76B82A"/>
                </a:solidFill>
                <a:latin typeface="Calibri Light"/>
                <a:ea typeface="Calibri Light"/>
                <a:cs typeface="Calibri Light"/>
              </a:rPr>
              <a:t>{{detail_title}}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A8D7DE2-9F35-4F6D-B954-848E9ABB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0515F"/>
          </a:solidFill>
          <a:ln xmlns:a="http://schemas.openxmlformats.org/drawingml/2006/main" w="12700">
            <a:solidFill>
              <a:srgbClr val="30515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ctt:page">
            <a:extLst xmlns:a="http://schemas.openxmlformats.org/drawingml/2006/main">
              <a:ext uri="{FF2B5EF4-FFF2-40B4-BE49-F238E27FC236}">
                <a16:creationId xmlns:a16="http://schemas.microsoft.com/office/drawing/2014/main" id="{C48093AE-9A41-477B-83D6-2B0579B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{{page}}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F954B7BE-2779-45B1-877A-1BBBDD2EF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A2CDE9D-DF2C-491B-8907-6FF33DD8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8" name="ctt:detail_left_label">
            <a:extLst xmlns:a="http://schemas.openxmlformats.org/drawingml/2006/main">
              <a:ext uri="{FF2B5EF4-FFF2-40B4-BE49-F238E27FC236}">
                <a16:creationId xmlns:a16="http://schemas.microsoft.com/office/drawing/2014/main" id="{4769D5F4-094A-4582-8488-BEB14072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923544"/>
            <a:ext cx="4864607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{{detail_left_label}}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2ACA04D9-7B4C-43BE-8DE7-7F53640F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9A0F639-637E-41BE-8177-B1E9B00C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1" name="ctt:detail_right_label">
            <a:extLst xmlns:a="http://schemas.openxmlformats.org/drawingml/2006/main">
              <a:ext uri="{FF2B5EF4-FFF2-40B4-BE49-F238E27FC236}">
                <a16:creationId xmlns:a16="http://schemas.microsoft.com/office/drawing/2014/main" id="{586083B2-7093-4D55-8DDC-920A4A279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5704" y="923544"/>
            <a:ext cx="4864607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{{detail_right_label}}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DF3B780-F536-4EDD-9B54-FCE4EC7C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" y="1316736"/>
            <a:ext cx="5404103" cy="3057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1C3CFF0-F44B-4EBB-9692-B3A196F43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316736"/>
            <a:ext cx="5404103" cy="335605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41A47DC6-D056-4DB5-9BEB-3C7AED3A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56632"/>
            <a:ext cx="5349240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5E4"/>
          </a:solidFill>
          <a:ln xmlns:a="http://schemas.openxmlformats.org/drawingml/2006/main" w="12700">
            <a:solidFill>
              <a:srgbClr val="D9E7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EF9DB36-E0CC-45C9-859E-EBB74552D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5166360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ctt:detail_left_caption">
            <a:extLst xmlns:a="http://schemas.openxmlformats.org/drawingml/2006/main">
              <a:ext uri="{FF2B5EF4-FFF2-40B4-BE49-F238E27FC236}">
                <a16:creationId xmlns:a16="http://schemas.microsoft.com/office/drawing/2014/main" id="{86D3A68E-60AA-46B3-8064-3918FAD9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02352"/>
            <a:ext cx="4965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19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{{detail_left_caption}}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5C9B1543-DD50-44EB-B9BF-C761920F7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5056632"/>
            <a:ext cx="5349240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5E4"/>
          </a:solidFill>
          <a:ln xmlns:a="http://schemas.openxmlformats.org/drawingml/2006/main" w="12700">
            <a:solidFill>
              <a:srgbClr val="D9E7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4E6BA74-9C3F-4E56-814A-6D7346EEC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66360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ctt:detail_right_caption">
            <a:extLst xmlns:a="http://schemas.openxmlformats.org/drawingml/2006/main">
              <a:ext uri="{FF2B5EF4-FFF2-40B4-BE49-F238E27FC236}">
                <a16:creationId xmlns:a16="http://schemas.microsoft.com/office/drawing/2014/main" id="{4FAD2099-3C79-405B-BED6-040433D8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5102352"/>
            <a:ext cx="4965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19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{{detail_right_caption}}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507288E7-2F3D-4512-8E9F-4F1FD7F1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788152"/>
            <a:ext cx="11073384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0"/>
          </a:solidFill>
          <a:ln xmlns:a="http://schemas.openxmlformats.org/drawingml/2006/main" w="12700">
            <a:solidFill>
              <a:srgbClr val="DCE5E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ctt:footer">
            <a:extLst xmlns:a="http://schemas.openxmlformats.org/drawingml/2006/main">
              <a:ext uri="{FF2B5EF4-FFF2-40B4-BE49-F238E27FC236}">
                <a16:creationId xmlns:a16="http://schemas.microsoft.com/office/drawing/2014/main" id="{ECECD2E3-FF06-4895-B6B5-45F8788D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0175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4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{{footer}}</a:t>
            </a:r>
          </a:p>
        </p:txBody>
      </p:sp>
      <p:sp>
        <p:nvSpPr>
          <p:cNvPr id="25" name="ctt:detail_left">
            <a:extLst xmlns:a="http://schemas.openxmlformats.org/drawingml/2006/main">
              <a:ext uri="{FF2B5EF4-FFF2-40B4-BE49-F238E27FC236}">
                <a16:creationId xmlns:a16="http://schemas.microsoft.com/office/drawing/2014/main" id="{CC290EB3-4D3C-4540-8535-B2686939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24000"/>
            <a:ext cx="504825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{{detail_left}}</a:t>
            </a:r>
          </a:p>
        </p:txBody>
      </p:sp>
      <p:sp>
        <p:nvSpPr>
          <p:cNvPr id="26" name="ctt:detail_right">
            <a:extLst xmlns:a="http://schemas.openxmlformats.org/drawingml/2006/main">
              <a:ext uri="{FF2B5EF4-FFF2-40B4-BE49-F238E27FC236}">
                <a16:creationId xmlns:a16="http://schemas.microsoft.com/office/drawing/2014/main" id="{0C67774E-F59F-4B07-9223-3A58A69B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1524000"/>
            <a:ext cx="50482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{{detail_right}}</a:t>
            </a:r>
          </a:p>
        </p:txBody>
      </p:sp>
    </p:spTree>
    <p:extLst>
      <p:ext uri="{BB962C8B-B14F-4D97-AF65-F5344CB8AC3E}">
        <p14:creationId xmlns:p14="http://schemas.microsoft.com/office/powerpoint/2010/main" val="189681811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3b5a90ccf241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1" name="ctt:unused">
            <a:extLst xmlns:a="http://schemas.openxmlformats.org/drawingml/2006/main">
              <a:ext uri="{FF2B5EF4-FFF2-40B4-BE49-F238E27FC236}">
                <a16:creationId xmlns:a16="http://schemas.microsoft.com/office/drawing/2014/main" id="{7F566525-AEC8-9E0E-8236-1411DEF6D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3" name="ctt:summary_title">
            <a:extLst xmlns:a="http://schemas.openxmlformats.org/drawingml/2006/main">
              <a:ext uri="{FF2B5EF4-FFF2-40B4-BE49-F238E27FC236}">
                <a16:creationId xmlns:a16="http://schemas.microsoft.com/office/drawing/2014/main" id="{375409D4-B7C1-47AC-B560-DB3ACC7D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538"/>
            <a:ext cx="10096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76B82A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76B82A"/>
                </a:solidFill>
                <a:latin typeface="Calibri"/>
                <a:ea typeface="Calibri"/>
                <a:cs typeface="Calibri"/>
              </a:rPr>
              <a:t>{{summary_title}}</a:t>
            </a:r>
          </a:p>
        </p:txBody>
      </p:sp>
      <p:sp>
        <p:nvSpPr>
          <p:cNvPr id="24" name="ctt:page">
            <a:extLst xmlns:a="http://schemas.openxmlformats.org/drawingml/2006/main">
              <a:ext uri="{FF2B5EF4-FFF2-40B4-BE49-F238E27FC236}">
                <a16:creationId xmlns:a16="http://schemas.microsoft.com/office/drawing/2014/main" id="{FE2383C1-2805-4CBE-AB52-AC04603F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0955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{{page}}</a:t>
            </a:r>
          </a:p>
        </p:txBody>
      </p:sp>
      <p:sp>
        <p:nvSpPr>
          <p:cNvPr id="25" name="ctt:summary_body">
            <a:extLst xmlns:a="http://schemas.openxmlformats.org/drawingml/2006/main">
              <a:ext uri="{FF2B5EF4-FFF2-40B4-BE49-F238E27FC236}">
                <a16:creationId xmlns:a16="http://schemas.microsoft.com/office/drawing/2014/main" id="{5B6F7839-FF01-4ADE-B42B-F715E02A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01375" cy="466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6" name="ctt:footer">
            <a:extLst xmlns:a="http://schemas.openxmlformats.org/drawingml/2006/main">
              <a:ext uri="{FF2B5EF4-FFF2-40B4-BE49-F238E27FC236}">
                <a16:creationId xmlns:a16="http://schemas.microsoft.com/office/drawing/2014/main" id="{1EAC3EBC-35B7-47AC-A281-700C5E20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{{footer}}</a:t>
            </a:r>
          </a:p>
        </p:txBody>
      </p:sp>
      <p:sp>
        <p:nvSpPr>
          <p:cNvPr id="29" name="ctt:table_caption">
            <a:extLst xmlns:a="http://schemas.openxmlformats.org/drawingml/2006/main">
              <a:ext uri="{FF2B5EF4-FFF2-40B4-BE49-F238E27FC236}">
                <a16:creationId xmlns:a16="http://schemas.microsoft.com/office/drawing/2014/main" id="{CC680E71-DBB8-4A43-840D-212DE658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0275"/>
            <a:ext cx="11001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{{table_caption}}</a:t>
            </a:r>
          </a:p>
        </p:txBody>
      </p:sp>
      <p:graphicFrame>
        <p:nvGraphicFramePr>
          <p:cNvPr id="39" name=""/>
          <p:cNvGraphicFramePr/>
          <p:nvPr/>
        </p:nvGraphicFramePr>
        <p:xfrm>
          <a:off xmlns:a="http://schemas.openxmlformats.org/drawingml/2006/main" x="571500" y="1143000"/>
          <a:ext xmlns:a="http://schemas.openxmlformats.org/drawingml/2006/main" cx="11001375" cy="48006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904875"/>
                <a:gridCol w="2428875"/>
                <a:gridCol w="2047875"/>
                <a:gridCol w="2047875"/>
                <a:gridCol w="1190625"/>
                <a:gridCol w="2381250"/>
              </a:tblGrid>
              <a:tr h="53340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Setor</a:t>
                      </a:r>
                    </a:p>
                  </a:txBody>
                  <a:tcPr marL="95250" marR="95250" marT="28575" marB="28575" anchor="ctr" horzOverflow="overflow">
                    <a:solidFill>
                      <a:srgbClr val="3051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Fazenda</a:t>
                      </a:r>
                    </a:p>
                  </a:txBody>
                  <a:tcPr marL="95250" marR="95250" marT="28575" marB="28575" anchor="ctr" horzOverflow="overflow">
                    <a:solidFill>
                      <a:srgbClr val="3051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Última colheita</a:t>
                      </a:r>
                    </a:p>
                  </a:txBody>
                  <a:tcPr marL="95250" marR="95250" marT="28575" marB="28575" anchor="ctr" horzOverflow="overflow">
                    <a:solidFill>
                      <a:srgbClr val="3051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Retorno</a:t>
                      </a:r>
                    </a:p>
                  </a:txBody>
                  <a:tcPr marL="95250" marR="95250" marT="28575" marB="28575" anchor="ctr" horzOverflow="overflow">
                    <a:solidFill>
                      <a:srgbClr val="3051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Dias fora</a:t>
                      </a:r>
                    </a:p>
                  </a:txBody>
                  <a:tcPr marL="95250" marR="95250" marT="28575" marB="28575" anchor="ctr" horzOverflow="overflow">
                    <a:solidFill>
                      <a:srgbClr val="3051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Talhões no retorno</a:t>
                      </a:r>
                    </a:p>
                  </a:txBody>
                  <a:tcPr marL="95250" marR="95250" marT="28575" marB="28575" anchor="ctr" horzOverflow="overflow">
                    <a:solidFill>
                      <a:srgbClr val="30515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5F8F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0515F"/>
                          </a:solidFill>
                          <a:latin typeface="Calibri"/>
                          <a:ea typeface="Calibri"/>
                          <a:cs typeface="Calibri"/>
                        </a:rPr>
                        <a:t/>
                      </a:r>
                    </a:p>
                  </a:txBody>
                  <a:tcPr marL="95250" marR="95250" marT="28575" marB="28575" anchor="ctr" horzOverflow="overflow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011093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7f1b8b6ff34d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23E1904-0778-4121-A5CB-97FB1D4D8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1010412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50" b="1">
                <a:solidFill>
                  <a:srgbClr val="76B82A"/>
                </a:solidFill>
                <a:latin typeface="Calibri Light"/>
                <a:ea typeface="Calibri Light"/>
                <a:cs typeface="Calibri Light"/>
              </a:rPr>
              <a:t>Título do slide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E1D76421-89C3-4A67-9BBC-C6DF00940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0515F"/>
          </a:solidFill>
          <a:ln xmlns:a="http://schemas.openxmlformats.org/drawingml/2006/main" w="12700">
            <a:solidFill>
              <a:srgbClr val="30515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07FFFD0-4E9F-40DB-8F1B-0D546A75C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00 / 00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67089F56-4912-47B0-A2E3-37DDCED7B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D9DB2BE-4C3D-4532-BA8C-4F1513CBF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1B33A56-88F2-429B-924C-C787B6D1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923544"/>
            <a:ext cx="4864607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Bloco 1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62A03677-86BD-42FF-A009-B4C559D3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774A24D-04E5-4667-A6CC-BD9CC7CC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E6146D8-E1C1-4F1D-A2D6-6762922C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5704" y="923544"/>
            <a:ext cx="4864607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Bloco 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339DA7E-EAFE-44FF-A1E2-124AF9112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" y="1316736"/>
            <a:ext cx="4148292" cy="35753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57C4C2F9-1F31-4EE3-A625-280FD9C2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316736"/>
            <a:ext cx="5404103" cy="267405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DCAFFE5E-A2DA-40D8-8DFE-57A99C4FE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56632"/>
            <a:ext cx="5349240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5E4"/>
          </a:solidFill>
          <a:ln xmlns:a="http://schemas.openxmlformats.org/drawingml/2006/main" w="12700">
            <a:solidFill>
              <a:srgbClr val="D9E7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38472057-C870-4D64-B726-76DEB1ACC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5166360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7BB25337-8104-4F34-BB2F-6BDEC1FA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02352"/>
            <a:ext cx="4965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19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Descrição do bloco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28577C44-46F9-4373-A462-F5A25C411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5056632"/>
            <a:ext cx="5349240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5E4"/>
          </a:solidFill>
          <a:ln xmlns:a="http://schemas.openxmlformats.org/drawingml/2006/main" w="12700">
            <a:solidFill>
              <a:srgbClr val="D9E7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A82F0D76-7CC1-4254-A0FC-77DC4775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66360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4F010F3-1E2D-42D9-8CF0-429D6437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5102352"/>
            <a:ext cx="4965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19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Descrição do bloco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A69219D6-7E6D-4C2F-98F1-57739D1CC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788152"/>
            <a:ext cx="11073384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0"/>
          </a:solidFill>
          <a:ln xmlns:a="http://schemas.openxmlformats.org/drawingml/2006/main" w="12700">
            <a:solidFill>
              <a:srgbClr val="DCE5E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CDECB0A-7AE7-4798-931A-A54CC03D4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0175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4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RODAPÉ / ÁREA</a:t>
            </a:r>
          </a:p>
        </p:txBody>
      </p:sp>
    </p:spTree>
    <p:extLst>
      <p:ext uri="{BB962C8B-B14F-4D97-AF65-F5344CB8AC3E}">
        <p14:creationId xmlns:p14="http://schemas.microsoft.com/office/powerpoint/2010/main" val="205218863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e61110555b42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9428DE1-8718-4F02-96B6-52B85B6F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1010412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50" b="1">
                <a:solidFill>
                  <a:srgbClr val="76B82A"/>
                </a:solidFill>
                <a:latin typeface="Calibri Light"/>
                <a:ea typeface="Calibri Light"/>
                <a:cs typeface="Calibri Light"/>
              </a:rPr>
              <a:t>Título do slide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F3E2F615-227E-4E16-85EA-354A9D70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0515F"/>
          </a:solidFill>
          <a:ln xmlns:a="http://schemas.openxmlformats.org/drawingml/2006/main" w="12700">
            <a:solidFill>
              <a:srgbClr val="30515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9580E2A-E493-48F8-932A-EF0F17817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00 / 00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EF73113A-1E0C-45A0-858A-0D339FE5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958E1DF-EFE5-4335-9BEC-4DE809144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9268F66-1897-444F-BD6F-019B5C52C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923544"/>
            <a:ext cx="4864607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Bloco 1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F12E394D-BF21-4121-B0B5-7B457DAE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53E75C3-3556-4B29-BCED-8228D0A23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046FFBD-8B21-41CD-85B1-3FACFB0A8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5704" y="923544"/>
            <a:ext cx="4864607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Bloco 2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9BE8DD31-E8A4-490A-95B8-0F06FD734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" y="1316736"/>
            <a:ext cx="5404103" cy="25001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D0653C56-1887-49C6-A43D-7C99A1B19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316736"/>
            <a:ext cx="5404103" cy="33434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CEF9561E-31B7-4AA7-8536-5709AFCA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56632"/>
            <a:ext cx="5349240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5E4"/>
          </a:solidFill>
          <a:ln xmlns:a="http://schemas.openxmlformats.org/drawingml/2006/main" w="12700">
            <a:solidFill>
              <a:srgbClr val="D9E7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90CBA370-9473-481B-9123-79FDA19A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5166360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072894D-BA3A-4E3D-9C69-1307C3DB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02352"/>
            <a:ext cx="4965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19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Descrição do bloco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8B32C11B-4D0F-4565-8029-98DB25CC2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5056632"/>
            <a:ext cx="5349240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5E4"/>
          </a:solidFill>
          <a:ln xmlns:a="http://schemas.openxmlformats.org/drawingml/2006/main" w="12700">
            <a:solidFill>
              <a:srgbClr val="D9E7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504F967B-EA2B-4EE5-A5A4-BDBC819E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66360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29AF6D0-A57E-4A65-B1CA-EE25D544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5102352"/>
            <a:ext cx="496519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19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Descrição do bloco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C185F1E6-5C80-42CA-911D-CA626CE3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788152"/>
            <a:ext cx="11073384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0"/>
          </a:solidFill>
          <a:ln xmlns:a="http://schemas.openxmlformats.org/drawingml/2006/main" w="12700">
            <a:solidFill>
              <a:srgbClr val="DCE5E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C41140EA-F9FC-427C-9DF8-A13EDC2B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0175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4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RODAPÉ / ÁREA</a:t>
            </a:r>
          </a:p>
        </p:txBody>
      </p:sp>
    </p:spTree>
    <p:extLst>
      <p:ext uri="{BB962C8B-B14F-4D97-AF65-F5344CB8AC3E}">
        <p14:creationId xmlns:p14="http://schemas.microsoft.com/office/powerpoint/2010/main" val="181369364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f69286d1ec45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52401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A6B47C3-8DE3-4B51-96A9-84767ED5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1010412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50" b="1">
                <a:solidFill>
                  <a:srgbClr val="76B82A"/>
                </a:solidFill>
                <a:latin typeface="Calibri Light"/>
                <a:ea typeface="Calibri Light"/>
                <a:cs typeface="Calibri Light"/>
              </a:rPr>
              <a:t>Título do slide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744D92A8-0FF7-42B4-B50D-45C03E94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0515F"/>
          </a:solidFill>
          <a:ln xmlns:a="http://schemas.openxmlformats.org/drawingml/2006/main" w="12700">
            <a:solidFill>
              <a:srgbClr val="30515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C7CFD7E-162F-4914-A67A-63B77C31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00 / 00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3B164C2-02BC-415F-9BB6-E950D96B4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684D968-8BBC-436B-B4E9-8CD912957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776" y="1006818"/>
            <a:ext cx="64" cy="1260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 sz="819" b="1">
              <a:solidFill>
                <a:srgbClr val="FFFFF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ADFDD89-1306-4844-9409-A2E471AA7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923544"/>
            <a:ext cx="4864607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Bloco 1</a:t>
            </a: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/>
            </a: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/>
            </a: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/>
            </a:r>
            <a:endParaRPr sz="1060" b="1">
              <a:solidFill>
                <a:srgbClr val="30515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3D59AFFD-6876-43E5-A4E6-1AE36BF78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" y="1316736"/>
            <a:ext cx="5404103" cy="20939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77A7A1AB-9074-4872-BB42-40AE1759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8B19555-F40A-4246-9104-4A44F0F3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ACE559C-C617-475D-9633-0D401D0E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5704" y="923544"/>
            <a:ext cx="4864607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Bloco 2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A6602EE1-C714-45BF-BE0E-DDE84137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316736"/>
            <a:ext cx="5404103" cy="23577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2474867-AFA7-4CCE-97CA-7E5E2A4DD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1070" y="4033482"/>
            <a:ext cx="52900" cy="1260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BC14A9E5-7009-450E-96B2-93BE77717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9006" y="5981770"/>
            <a:ext cx="2180084" cy="1431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3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Descrição do bloco</a:t>
            </a:r>
            <a:r>
              <a:rPr sz="93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/>
            </a:r>
            <a:r>
              <a:rPr sz="93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/>
            </a:r>
            <a:r>
              <a:rPr sz="93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/>
            </a:r>
            <a:r>
              <a:rPr sz="93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/>
            </a:r>
            <a:endParaRPr sz="930" b="1">
              <a:solidFill>
                <a:srgbClr val="7F7F7F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1D0FAE7-F7AA-4989-9970-1C94E2274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0175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4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RODAPÉ / ÁREA</a:t>
            </a:r>
          </a:p>
        </p:txBody>
      </p:sp>
    </p:spTree>
    <p:extLst>
      <p:ext uri="{BB962C8B-B14F-4D97-AF65-F5344CB8AC3E}">
        <p14:creationId xmlns:p14="http://schemas.microsoft.com/office/powerpoint/2010/main" val="185421899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8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b7a75262647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ctt:kpi_title">
            <a:extLst xmlns:a="http://schemas.openxmlformats.org/drawingml/2006/main">
              <a:ext uri="{FF2B5EF4-FFF2-40B4-BE49-F238E27FC236}">
                <a16:creationId xmlns:a16="http://schemas.microsoft.com/office/drawing/2014/main" id="{771EC6AA-A013-4048-AB16-FA9A0EA7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1010412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50" b="1">
                <a:solidFill>
                  <a:srgbClr val="76B82A"/>
                </a:solidFill>
                <a:latin typeface="Calibri Light"/>
                <a:ea typeface="Calibri Light"/>
                <a:cs typeface="Calibri Light"/>
              </a:rPr>
              <a:t>Indicadores da análise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4C0A111-2357-4DE5-ABFB-9D1E80AB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0515F"/>
          </a:solidFill>
          <a:ln xmlns:a="http://schemas.openxmlformats.org/drawingml/2006/main" w="12700">
            <a:solidFill>
              <a:srgbClr val="30515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ctt:page">
            <a:extLst xmlns:a="http://schemas.openxmlformats.org/drawingml/2006/main">
              <a:ext uri="{FF2B5EF4-FFF2-40B4-BE49-F238E27FC236}">
                <a16:creationId xmlns:a16="http://schemas.microsoft.com/office/drawing/2014/main" id="{5DA2EF34-DEA8-4923-82F7-86A27A124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{{page}}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B0325CB-E0DD-4293-AAF4-34E26477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FBD895D-39A2-4940-ACD1-E350E6EC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8" name="ctt:label1">
            <a:extLst xmlns:a="http://schemas.openxmlformats.org/drawingml/2006/main">
              <a:ext uri="{FF2B5EF4-FFF2-40B4-BE49-F238E27FC236}">
                <a16:creationId xmlns:a16="http://schemas.microsoft.com/office/drawing/2014/main" id="{00698CED-B2A7-491B-BE1C-0C9E46B6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923544"/>
            <a:ext cx="30998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Retornos reais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8016DDB-9121-4DDD-90F8-5F18FC57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" y="1316736"/>
            <a:ext cx="3639312" cy="23975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4E60BA53-F69F-4ADF-ABA7-831594F8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15968"/>
            <a:ext cx="3584448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5E4"/>
          </a:solidFill>
          <a:ln xmlns:a="http://schemas.openxmlformats.org/drawingml/2006/main" w="12700">
            <a:solidFill>
              <a:srgbClr val="D9E7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A03AE2B-4D2F-46FE-BD09-F62D9A59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425696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ctt:caption1">
            <a:extLst xmlns:a="http://schemas.openxmlformats.org/drawingml/2006/main">
              <a:ext uri="{FF2B5EF4-FFF2-40B4-BE49-F238E27FC236}">
                <a16:creationId xmlns:a16="http://schemas.microsoft.com/office/drawing/2014/main" id="{C2CB3197-8407-48E7-8E40-0E1D7C7FE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361688"/>
            <a:ext cx="32004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19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Trabalho em outro setor durante o intervalo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8EB2B49-84DB-4020-B089-823EE422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F13BC93-41A5-48B9-BA2C-4B42980C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6" name="ctt:label2">
            <a:extLst xmlns:a="http://schemas.openxmlformats.org/drawingml/2006/main">
              <a:ext uri="{FF2B5EF4-FFF2-40B4-BE49-F238E27FC236}">
                <a16:creationId xmlns:a16="http://schemas.microsoft.com/office/drawing/2014/main" id="{7473322D-8055-466E-BA03-BF5C2FB7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4024" y="923544"/>
            <a:ext cx="30998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Possível solo úmido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2B55282-3CFE-487A-A5B2-C3CC7DD5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959" y="1316736"/>
            <a:ext cx="3639312" cy="236484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FB52CCE1-9D4A-49EF-A49E-5CEA93098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392" y="4315968"/>
            <a:ext cx="3584448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5E4"/>
          </a:solidFill>
          <a:ln xmlns:a="http://schemas.openxmlformats.org/drawingml/2006/main" w="12700">
            <a:solidFill>
              <a:srgbClr val="D9E7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858F5C1E-C9CB-4551-9DB5-DBD07968E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4425696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ctt:caption2">
            <a:extLst xmlns:a="http://schemas.openxmlformats.org/drawingml/2006/main">
              <a:ext uri="{FF2B5EF4-FFF2-40B4-BE49-F238E27FC236}">
                <a16:creationId xmlns:a16="http://schemas.microsoft.com/office/drawing/2014/main" id="{8B9C5744-532B-47F0-AE77-FECB1826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5424" y="4361688"/>
            <a:ext cx="32004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19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Hipótese pendente de verificação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5148B5E2-E77A-433D-9CD6-24FF1A9D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3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EAC043D-A990-41A5-A630-3787FEB0F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3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4" name="ctt:label3">
            <a:extLst xmlns:a="http://schemas.openxmlformats.org/drawingml/2006/main">
              <a:ext uri="{FF2B5EF4-FFF2-40B4-BE49-F238E27FC236}">
                <a16:creationId xmlns:a16="http://schemas.microsoft.com/office/drawing/2014/main" id="{03C14AAF-A8D6-48BA-AF26-7471BBF62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6215" y="923544"/>
            <a:ext cx="309981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Atribuição de períodos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DE79B011-3CBD-4461-8E16-82E62006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316736"/>
            <a:ext cx="3639312" cy="22793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8D4BC9DA-4034-4E21-8929-E6936686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583" y="4315968"/>
            <a:ext cx="3584448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5E4"/>
          </a:solidFill>
          <a:ln xmlns:a="http://schemas.openxmlformats.org/drawingml/2006/main" w="12700">
            <a:solidFill>
              <a:srgbClr val="D9E7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E5B54D81-724B-45C2-8288-C075A5D05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1" y="4425696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9" name="ctt:caption3">
            <a:extLst xmlns:a="http://schemas.openxmlformats.org/drawingml/2006/main">
              <a:ext uri="{FF2B5EF4-FFF2-40B4-BE49-F238E27FC236}">
                <a16:creationId xmlns:a16="http://schemas.microsoft.com/office/drawing/2014/main" id="{B4A24C4C-317A-45CF-BF9C-27B9BB37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7615" y="4361688"/>
            <a:ext cx="32004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19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Maior quantidade de equipamentos</a:t>
            </a: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94E7B57E-18FF-497A-874D-83A829294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65776"/>
            <a:ext cx="11082528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F8F6"/>
          </a:solidFill>
          <a:ln xmlns:a="http://schemas.openxmlformats.org/drawingml/2006/main" w="12700">
            <a:solidFill>
              <a:srgbClr val="E0E7E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ctt:kpi_context">
            <a:extLst xmlns:a="http://schemas.openxmlformats.org/drawingml/2006/main">
              <a:ext uri="{FF2B5EF4-FFF2-40B4-BE49-F238E27FC236}">
                <a16:creationId xmlns:a16="http://schemas.microsoft.com/office/drawing/2014/main" id="{3B7025F1-A519-4F2B-B929-E768AE80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5239512"/>
            <a:ext cx="104241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05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{{kpi_context}}</a:t>
            </a:r>
          </a:p>
        </p:txBody>
      </p:sp>
      <p:sp>
        <p:nvSpPr>
          <p:cNvPr id="32" name="ctt:footer">
            <a:extLst xmlns:a="http://schemas.openxmlformats.org/drawingml/2006/main">
              <a:ext uri="{FF2B5EF4-FFF2-40B4-BE49-F238E27FC236}">
                <a16:creationId xmlns:a16="http://schemas.microsoft.com/office/drawing/2014/main" id="{4ADB427A-CC26-4ED2-BEE9-3A1D4EFB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0175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4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{{footer}}</a:t>
            </a:r>
          </a:p>
        </p:txBody>
      </p:sp>
      <p:sp>
        <p:nvSpPr>
          <p:cNvPr id="34" name="ctt:kpi1">
            <a:extLst xmlns:a="http://schemas.openxmlformats.org/drawingml/2006/main">
              <a:ext uri="{FF2B5EF4-FFF2-40B4-BE49-F238E27FC236}">
                <a16:creationId xmlns:a16="http://schemas.microsoft.com/office/drawing/2014/main" id="{FB6F19C7-B64C-4F15-9A55-DBCEAAF9C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3267075" cy="183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{{kpi1}}</a:t>
            </a:r>
          </a:p>
        </p:txBody>
      </p:sp>
      <p:sp>
        <p:nvSpPr>
          <p:cNvPr id="35" name="ctt:kpi2">
            <a:extLst xmlns:a="http://schemas.openxmlformats.org/drawingml/2006/main">
              <a:ext uri="{FF2B5EF4-FFF2-40B4-BE49-F238E27FC236}">
                <a16:creationId xmlns:a16="http://schemas.microsoft.com/office/drawing/2014/main" id="{A4E647E7-6380-47E5-B5CA-95A0AC4F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581150"/>
            <a:ext cx="3267075" cy="183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{{kpi2}}</a:t>
            </a:r>
          </a:p>
        </p:txBody>
      </p:sp>
      <p:sp>
        <p:nvSpPr>
          <p:cNvPr id="36" name="ctt:kpi3">
            <a:extLst xmlns:a="http://schemas.openxmlformats.org/drawingml/2006/main">
              <a:ext uri="{FF2B5EF4-FFF2-40B4-BE49-F238E27FC236}">
                <a16:creationId xmlns:a16="http://schemas.microsoft.com/office/drawing/2014/main" id="{85255309-9E60-4519-912D-DEE1D5D68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581150"/>
            <a:ext cx="3267075" cy="183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{{kpi3}}</a:t>
            </a:r>
          </a:p>
        </p:txBody>
      </p:sp>
    </p:spTree>
    <p:extLst>
      <p:ext uri="{BB962C8B-B14F-4D97-AF65-F5344CB8AC3E}">
        <p14:creationId xmlns:p14="http://schemas.microsoft.com/office/powerpoint/2010/main" val="73904546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c187c7038c44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ctt:closing_title">
            <a:extLst xmlns:a="http://schemas.openxmlformats.org/drawingml/2006/main">
              <a:ext uri="{FF2B5EF4-FFF2-40B4-BE49-F238E27FC236}">
                <a16:creationId xmlns:a16="http://schemas.microsoft.com/office/drawing/2014/main" id="{3546E8F5-5259-419E-A6C6-58CC99B9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39" y="5065776"/>
            <a:ext cx="420624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800" b="1">
                <a:solidFill>
                  <a:srgbClr val="FFFFFF"/>
                </a:solidFill>
                <a:latin typeface="Calibri Light"/>
                <a:ea typeface="Calibri Light"/>
                <a:cs typeface="Calibri Light"/>
              </a:rPr>
              <a:t>{{closing_title}}</a:t>
            </a:r>
          </a:p>
        </p:txBody>
      </p:sp>
      <p:sp>
        <p:nvSpPr>
          <p:cNvPr id="4" name="ctt:closing_scope">
            <a:extLst xmlns:a="http://schemas.openxmlformats.org/drawingml/2006/main">
              <a:ext uri="{FF2B5EF4-FFF2-40B4-BE49-F238E27FC236}">
                <a16:creationId xmlns:a16="http://schemas.microsoft.com/office/drawing/2014/main" id="{D8093A36-395A-437B-9F5E-CA9D8BAF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39" y="5468112"/>
            <a:ext cx="42062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930" b="0">
                <a:solidFill>
                  <a:srgbClr val="E4F0D5"/>
                </a:solidFill>
                <a:latin typeface="Calibri"/>
                <a:ea typeface="Calibri"/>
                <a:cs typeface="Calibri"/>
              </a:rPr>
              <a:t>{{closing_scope}}</a:t>
            </a:r>
          </a:p>
        </p:txBody>
      </p:sp>
    </p:spTree>
    <p:extLst>
      <p:ext uri="{BB962C8B-B14F-4D97-AF65-F5344CB8AC3E}">
        <p14:creationId xmlns:p14="http://schemas.microsoft.com/office/powerpoint/2010/main" val="68666338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8c19f5952944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3" name="ctt:summary_title">
            <a:extLst xmlns:a="http://schemas.openxmlformats.org/drawingml/2006/main">
              <a:ext uri="{FF2B5EF4-FFF2-40B4-BE49-F238E27FC236}">
                <a16:creationId xmlns:a16="http://schemas.microsoft.com/office/drawing/2014/main" id="{375409D4-B7C1-47AC-B560-DB3ACC7D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538"/>
            <a:ext cx="10096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76B82A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76B82A"/>
                </a:solidFill>
                <a:latin typeface="Calibri"/>
                <a:ea typeface="Calibri"/>
                <a:cs typeface="Calibri"/>
              </a:rPr>
              <a:t>{{summary_title}}</a:t>
            </a:r>
          </a:p>
        </p:txBody>
      </p:sp>
      <p:sp>
        <p:nvSpPr>
          <p:cNvPr id="24" name="ctt:page">
            <a:extLst xmlns:a="http://schemas.openxmlformats.org/drawingml/2006/main">
              <a:ext uri="{FF2B5EF4-FFF2-40B4-BE49-F238E27FC236}">
                <a16:creationId xmlns:a16="http://schemas.microsoft.com/office/drawing/2014/main" id="{FE2383C1-2805-4CBE-AB52-AC04603F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0955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{{page}}</a:t>
            </a:r>
          </a:p>
        </p:txBody>
      </p:sp>
      <p:sp>
        <p:nvSpPr>
          <p:cNvPr id="26" name="ctt:footer">
            <a:extLst xmlns:a="http://schemas.openxmlformats.org/drawingml/2006/main">
              <a:ext uri="{FF2B5EF4-FFF2-40B4-BE49-F238E27FC236}">
                <a16:creationId xmlns:a16="http://schemas.microsoft.com/office/drawing/2014/main" id="{1EAC3EBC-35B7-47AC-A281-700C5E20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{{footer}}</a:t>
            </a:r>
          </a:p>
        </p:txBody>
      </p:sp>
      <p:sp>
        <p:nvSpPr>
          <p:cNvPr id="28" name="ctt:trace_context">
            <a:extLst xmlns:a="http://schemas.openxmlformats.org/drawingml/2006/main">
              <a:ext uri="{FF2B5EF4-FFF2-40B4-BE49-F238E27FC236}">
                <a16:creationId xmlns:a16="http://schemas.microsoft.com/office/drawing/2014/main" id="{D0B6C3A2-BB94-48BD-ABC3-F1CF4DBE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33450"/>
            <a:ext cx="11001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{{trace_context}}</a:t>
            </a:r>
          </a:p>
        </p:txBody>
      </p:sp>
      <p:sp>
        <p:nvSpPr>
          <p:cNvPr id="30" name="ctt:trace_caption">
            <a:extLst xmlns:a="http://schemas.openxmlformats.org/drawingml/2006/main">
              <a:ext uri="{FF2B5EF4-FFF2-40B4-BE49-F238E27FC236}">
                <a16:creationId xmlns:a16="http://schemas.microsoft.com/office/drawing/2014/main" id="{996BC03A-2139-4EE6-A6DA-86DBD1B5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62625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{{trace_caption}}</a:t>
            </a:r>
          </a:p>
        </p:txBody>
      </p:sp>
      <p:sp>
        <p:nvSpPr>
          <p:cNvPr id="32" name="ctt:trace_passage_1">
            <a:extLst xmlns:a="http://schemas.openxmlformats.org/drawingml/2006/main">
              <a:ext uri="{FF2B5EF4-FFF2-40B4-BE49-F238E27FC236}">
                <a16:creationId xmlns:a16="http://schemas.microsoft.com/office/drawing/2014/main" id="{997E1833-CCB3-4F65-8C97-25275A1FD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66875"/>
            <a:ext cx="5386388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{{trace_passage_1}}</a:t>
            </a:r>
          </a:p>
        </p:txBody>
      </p:sp>
      <p:sp>
        <p:nvSpPr>
          <p:cNvPr id="33" name="ctt:trace_picture_1">
            <a:extLst xmlns:a="http://schemas.openxmlformats.org/drawingml/2006/main">
              <a:ext uri="{FF2B5EF4-FFF2-40B4-BE49-F238E27FC236}">
                <a16:creationId xmlns:a16="http://schemas.microsoft.com/office/drawing/2014/main" id="{65AEADC6-0C56-4D2B-AD63-0E4D52A5675E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571500" y="2381250"/>
            <a:ext cx="5386388" cy="32385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{{trace_picture_1}}</a:t>
            </a:r>
          </a:p>
        </p:txBody>
      </p:sp>
      <p:sp>
        <p:nvSpPr>
          <p:cNvPr id="34" name="ctt:trace_passage_2">
            <a:extLst xmlns:a="http://schemas.openxmlformats.org/drawingml/2006/main">
              <a:ext uri="{FF2B5EF4-FFF2-40B4-BE49-F238E27FC236}">
                <a16:creationId xmlns:a16="http://schemas.microsoft.com/office/drawing/2014/main" id="{576B3CFB-F1AB-4B88-96E9-585899A64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6488" y="1666875"/>
            <a:ext cx="5386388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{{trace_passage_2}}</a:t>
            </a:r>
          </a:p>
        </p:txBody>
      </p:sp>
      <p:sp>
        <p:nvSpPr>
          <p:cNvPr id="35" name="ctt:trace_picture_2">
            <a:extLst xmlns:a="http://schemas.openxmlformats.org/drawingml/2006/main">
              <a:ext uri="{FF2B5EF4-FFF2-40B4-BE49-F238E27FC236}">
                <a16:creationId xmlns:a16="http://schemas.microsoft.com/office/drawing/2014/main" id="{F3DC5712-6A4D-4206-B08D-81D144410FC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186488" y="2381250"/>
            <a:ext cx="5386388" cy="32385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{{trace_picture_2}}</a:t>
            </a:r>
          </a:p>
        </p:txBody>
      </p:sp>
    </p:spTree>
    <p:extLst>
      <p:ext uri="{BB962C8B-B14F-4D97-AF65-F5344CB8AC3E}">
        <p14:creationId xmlns:p14="http://schemas.microsoft.com/office/powerpoint/2010/main" val="347011093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312952c0c74b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999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ctt:detail_title">
            <a:extLst xmlns:a="http://schemas.openxmlformats.org/drawingml/2006/main">
              <a:ext uri="{FF2B5EF4-FFF2-40B4-BE49-F238E27FC236}">
                <a16:creationId xmlns:a16="http://schemas.microsoft.com/office/drawing/2014/main" id="{384A374C-B209-4F05-8C45-17AEAA117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10104120" cy="484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50" b="1">
                <a:solidFill>
                  <a:srgbClr val="76B82A"/>
                </a:solidFill>
                <a:latin typeface="Calibri Light"/>
                <a:ea typeface="Calibri Light"/>
                <a:cs typeface="Calibri Light"/>
              </a:rPr>
              <a:t>{{detail_title}}</a:t>
            </a: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A8D7DE2-9F35-4F6D-B954-848E9ABB1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0515F"/>
          </a:solidFill>
          <a:ln xmlns:a="http://schemas.openxmlformats.org/drawingml/2006/main" w="12700">
            <a:solidFill>
              <a:srgbClr val="30515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ctt:page">
            <a:extLst xmlns:a="http://schemas.openxmlformats.org/drawingml/2006/main">
              <a:ext uri="{FF2B5EF4-FFF2-40B4-BE49-F238E27FC236}">
                <a16:creationId xmlns:a16="http://schemas.microsoft.com/office/drawing/2014/main" id="{C48093AE-9A41-477B-83D6-2B0579BD2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8208" y="182880"/>
            <a:ext cx="914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{{page}}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F954B7BE-2779-45B1-877A-1BBBDD2EF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32688"/>
            <a:ext cx="365760" cy="274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A2CDE9D-DF2C-491B-8907-6FF33DD84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932688"/>
            <a:ext cx="3657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819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8" name="ctt:detail_left_label">
            <a:extLst xmlns:a="http://schemas.openxmlformats.org/drawingml/2006/main">
              <a:ext uri="{FF2B5EF4-FFF2-40B4-BE49-F238E27FC236}">
                <a16:creationId xmlns:a16="http://schemas.microsoft.com/office/drawing/2014/main" id="{4769D5F4-094A-4582-8488-BEB14072B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923544"/>
            <a:ext cx="1057275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6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{{detail_left_label}}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DF3B780-F536-4EDD-9B54-FCE4EC7C7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496" y="1316736"/>
            <a:ext cx="11128248" cy="3493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CDD8D2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41A47DC6-D056-4DB5-9BEB-3C7AED3A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56632"/>
            <a:ext cx="11073384" cy="47548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F5E4"/>
          </a:solidFill>
          <a:ln xmlns:a="http://schemas.openxmlformats.org/drawingml/2006/main" w="12700">
            <a:solidFill>
              <a:srgbClr val="D9E7C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EF9DB36-E0CC-45C9-859E-EBB74552D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5166360"/>
            <a:ext cx="45720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82A"/>
          </a:solidFill>
          <a:ln xmlns:a="http://schemas.openxmlformats.org/drawingml/2006/main" w="12700">
            <a:solidFill>
              <a:srgbClr val="76B82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ctt:detail_left_caption">
            <a:extLst xmlns:a="http://schemas.openxmlformats.org/drawingml/2006/main">
              <a:ext uri="{FF2B5EF4-FFF2-40B4-BE49-F238E27FC236}">
                <a16:creationId xmlns:a16="http://schemas.microsoft.com/office/drawing/2014/main" id="{86D3A68E-60AA-46B3-8064-3918FAD9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02352"/>
            <a:ext cx="106680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919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{{detail_left_caption}}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507288E7-2F3D-4512-8E9F-4F1FD7F1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788152"/>
            <a:ext cx="11073384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5E0"/>
          </a:solidFill>
          <a:ln xmlns:a="http://schemas.openxmlformats.org/drawingml/2006/main" w="12700">
            <a:solidFill>
              <a:srgbClr val="DCE5E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ctt:footer">
            <a:extLst xmlns:a="http://schemas.openxmlformats.org/drawingml/2006/main">
              <a:ext uri="{FF2B5EF4-FFF2-40B4-BE49-F238E27FC236}">
                <a16:creationId xmlns:a16="http://schemas.microsoft.com/office/drawing/2014/main" id="{ECECD2E3-FF06-4895-B6B5-45F8788D9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301752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740" b="1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{{footer}}</a:t>
            </a:r>
          </a:p>
        </p:txBody>
      </p:sp>
      <p:sp>
        <p:nvSpPr>
          <p:cNvPr id="25" name="ctt:detail_left">
            <a:extLst xmlns:a="http://schemas.openxmlformats.org/drawingml/2006/main">
              <a:ext uri="{FF2B5EF4-FFF2-40B4-BE49-F238E27FC236}">
                <a16:creationId xmlns:a16="http://schemas.microsoft.com/office/drawing/2014/main" id="{CC290EB3-4D3C-4540-8535-B2686939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476375"/>
            <a:ext cx="107632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{{detail_left}}</a:t>
            </a:r>
          </a:p>
        </p:txBody>
      </p:sp>
    </p:spTree>
    <p:extLst>
      <p:ext uri="{BB962C8B-B14F-4D97-AF65-F5344CB8AC3E}">
        <p14:creationId xmlns:p14="http://schemas.microsoft.com/office/powerpoint/2010/main" val="189681811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Pictur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21792166c541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3" name="ctt:summary_title">
            <a:extLst xmlns:a="http://schemas.openxmlformats.org/drawingml/2006/main">
              <a:ext uri="{FF2B5EF4-FFF2-40B4-BE49-F238E27FC236}">
                <a16:creationId xmlns:a16="http://schemas.microsoft.com/office/drawing/2014/main" id="{375409D4-B7C1-47AC-B560-DB3ACC7D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538"/>
            <a:ext cx="100965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76B82A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76B82A"/>
                </a:solidFill>
                <a:latin typeface="Calibri"/>
                <a:ea typeface="Calibri"/>
                <a:cs typeface="Calibri"/>
              </a:rPr>
              <a:t>{{summary_title}}</a:t>
            </a:r>
          </a:p>
        </p:txBody>
      </p:sp>
      <p:sp>
        <p:nvSpPr>
          <p:cNvPr id="24" name="ctt:page">
            <a:extLst xmlns:a="http://schemas.openxmlformats.org/drawingml/2006/main">
              <a:ext uri="{FF2B5EF4-FFF2-40B4-BE49-F238E27FC236}">
                <a16:creationId xmlns:a16="http://schemas.microsoft.com/office/drawing/2014/main" id="{FE2383C1-2805-4CBE-AB52-AC04603F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0955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975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{{page}}</a:t>
            </a:r>
          </a:p>
        </p:txBody>
      </p:sp>
      <p:sp>
        <p:nvSpPr>
          <p:cNvPr id="26" name="ctt:footer">
            <a:extLst xmlns:a="http://schemas.openxmlformats.org/drawingml/2006/main">
              <a:ext uri="{FF2B5EF4-FFF2-40B4-BE49-F238E27FC236}">
                <a16:creationId xmlns:a16="http://schemas.microsoft.com/office/drawing/2014/main" id="{1EAC3EBC-35B7-47AC-A281-700C5E20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362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900" b="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{{footer}}</a:t>
            </a:r>
          </a:p>
        </p:txBody>
      </p:sp>
      <p:sp>
        <p:nvSpPr>
          <p:cNvPr id="28" name="ctt:trace_context">
            <a:extLst xmlns:a="http://schemas.openxmlformats.org/drawingml/2006/main">
              <a:ext uri="{FF2B5EF4-FFF2-40B4-BE49-F238E27FC236}">
                <a16:creationId xmlns:a16="http://schemas.microsoft.com/office/drawing/2014/main" id="{D0B6C3A2-BB94-48BD-ABC3-F1CF4DBE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33450"/>
            <a:ext cx="11001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{{trace_context}}</a:t>
            </a:r>
          </a:p>
        </p:txBody>
      </p:sp>
      <p:sp>
        <p:nvSpPr>
          <p:cNvPr id="30" name="ctt:trace_caption">
            <a:extLst xmlns:a="http://schemas.openxmlformats.org/drawingml/2006/main">
              <a:ext uri="{FF2B5EF4-FFF2-40B4-BE49-F238E27FC236}">
                <a16:creationId xmlns:a16="http://schemas.microsoft.com/office/drawing/2014/main" id="{996BC03A-2139-4EE6-A6DA-86DBD1B5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62625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350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{{trace_caption}}</a:t>
            </a:r>
          </a:p>
        </p:txBody>
      </p:sp>
      <p:sp>
        <p:nvSpPr>
          <p:cNvPr id="32" name="ctt:trace_passage_1">
            <a:extLst xmlns:a="http://schemas.openxmlformats.org/drawingml/2006/main">
              <a:ext uri="{FF2B5EF4-FFF2-40B4-BE49-F238E27FC236}">
                <a16:creationId xmlns:a16="http://schemas.microsoft.com/office/drawing/2014/main" id="{701F30EC-0BE9-4FAB-AF63-0D89D281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66875"/>
            <a:ext cx="35147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{{trace_passage_1}}</a:t>
            </a:r>
          </a:p>
        </p:txBody>
      </p:sp>
      <p:sp>
        <p:nvSpPr>
          <p:cNvPr id="33" name="ctt:trace_picture_1">
            <a:extLst xmlns:a="http://schemas.openxmlformats.org/drawingml/2006/main">
              <a:ext uri="{FF2B5EF4-FFF2-40B4-BE49-F238E27FC236}">
                <a16:creationId xmlns:a16="http://schemas.microsoft.com/office/drawing/2014/main" id="{4EE5E853-D52C-4B17-8392-79333EF11353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571500" y="2381250"/>
            <a:ext cx="3514725" cy="32385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{{trace_picture_1}}</a:t>
            </a:r>
          </a:p>
        </p:txBody>
      </p:sp>
      <p:sp>
        <p:nvSpPr>
          <p:cNvPr id="34" name="ctt:trace_passage_2">
            <a:extLst xmlns:a="http://schemas.openxmlformats.org/drawingml/2006/main">
              <a:ext uri="{FF2B5EF4-FFF2-40B4-BE49-F238E27FC236}">
                <a16:creationId xmlns:a16="http://schemas.microsoft.com/office/drawing/2014/main" id="{76FFBA67-0374-4635-879E-8D2FA522A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35147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{{trace_passage_2}}</a:t>
            </a:r>
          </a:p>
        </p:txBody>
      </p:sp>
      <p:sp>
        <p:nvSpPr>
          <p:cNvPr id="35" name="ctt:trace_picture_2">
            <a:extLst xmlns:a="http://schemas.openxmlformats.org/drawingml/2006/main">
              <a:ext uri="{FF2B5EF4-FFF2-40B4-BE49-F238E27FC236}">
                <a16:creationId xmlns:a16="http://schemas.microsoft.com/office/drawing/2014/main" id="{351AF69C-149E-4EC3-8867-941429B018B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314825" y="2381250"/>
            <a:ext cx="3514725" cy="32385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{{trace_picture_2}}</a:t>
            </a:r>
          </a:p>
        </p:txBody>
      </p:sp>
      <p:sp>
        <p:nvSpPr>
          <p:cNvPr id="36" name="ctt:trace_passage_3">
            <a:extLst xmlns:a="http://schemas.openxmlformats.org/drawingml/2006/main">
              <a:ext uri="{FF2B5EF4-FFF2-40B4-BE49-F238E27FC236}">
                <a16:creationId xmlns:a16="http://schemas.microsoft.com/office/drawing/2014/main" id="{F5E2FAC9-9CE4-49AF-AD2F-2EFA1B810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66875"/>
            <a:ext cx="35147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30515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30515F"/>
                </a:solidFill>
                <a:latin typeface="Calibri"/>
                <a:ea typeface="Calibri"/>
                <a:cs typeface="Calibri"/>
              </a:rPr>
              <a:t>{{trace_passage_3}}</a:t>
            </a:r>
          </a:p>
        </p:txBody>
      </p:sp>
      <p:sp>
        <p:nvSpPr>
          <p:cNvPr id="37" name="ctt:trace_picture_3">
            <a:extLst xmlns:a="http://schemas.openxmlformats.org/drawingml/2006/main">
              <a:ext uri="{FF2B5EF4-FFF2-40B4-BE49-F238E27FC236}">
                <a16:creationId xmlns:a16="http://schemas.microsoft.com/office/drawing/2014/main" id="{1A6E1909-83F1-45FF-9946-6F7A5FE1A4A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058150" y="2381250"/>
            <a:ext cx="3514725" cy="3238500"/>
          </a:xfrm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7F7F7F"/>
                </a:solidFill>
                <a:latin typeface="Calibri"/>
                <a:ea typeface="Calibri"/>
                <a:cs typeface="Calibri"/>
              </a:rPr>
              <a:t>{{trace_picture_3}}</a:t>
            </a:r>
          </a:p>
        </p:txBody>
      </p:sp>
    </p:spTree>
    <p:extLst>
      <p:ext uri="{BB962C8B-B14F-4D97-AF65-F5344CB8AC3E}">
        <p14:creationId xmlns:p14="http://schemas.microsoft.com/office/powerpoint/2010/main" val="347011093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2026-10-07T01:33:55.6440000Z</dcterms:created>
  <dcterms:modified xsi:type="dcterms:W3CDTF">2026-10-07T01:33:55.6450000Z</dcterms:modified>
</coreProperties>
</file>