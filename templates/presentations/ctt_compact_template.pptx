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18f4319880438d" /><Relationship Type="http://schemas.openxmlformats.org/officeDocument/2006/relationships/extended-properties" Target="/docProps/app.xml" Id="R98524d50571d4de0" /><Relationship Type="http://schemas.openxmlformats.org/officeDocument/2006/relationships/officeDocument" Target="/ppt/presentation.xml" Id="R9526cdc64a0141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24c75017784faf"/>
  </p:sldMasterIdLst>
  <p:notesMasterIdLst>
    <p:notesMasterId xmlns:r="http://schemas.openxmlformats.org/officeDocument/2006/relationships" r:id="R078f695a409d44c7"/>
  </p:notesMasterIdLst>
  <p:sldIdLst>
    <p:sldId xmlns:r="http://schemas.openxmlformats.org/officeDocument/2006/relationships" id="256" r:id="Rbfd00a9750e14619"/>
    <p:sldId xmlns:r="http://schemas.openxmlformats.org/officeDocument/2006/relationships" id="257" r:id="Rc24d623e08ae475f"/>
    <p:sldId xmlns:r="http://schemas.openxmlformats.org/officeDocument/2006/relationships" id="258" r:id="R89f83401bb3a4493"/>
    <p:sldId xmlns:r="http://schemas.openxmlformats.org/officeDocument/2006/relationships" id="259" r:id="Rad9ba72c7cbe4743"/>
    <p:sldId xmlns:r="http://schemas.openxmlformats.org/officeDocument/2006/relationships" id="260" r:id="R6bd4e5c7533e4419"/>
    <p:sldId xmlns:r="http://schemas.openxmlformats.org/officeDocument/2006/relationships" id="261" r:id="Rb215d53d9f1c4910"/>
    <p:sldId xmlns:r="http://schemas.openxmlformats.org/officeDocument/2006/relationships" id="262" r:id="R8f924f6b834848db"/>
    <p:sldId xmlns:r="http://schemas.openxmlformats.org/officeDocument/2006/relationships" id="263" r:id="R124b2440d4a84139"/>
    <p:sldId xmlns:r="http://schemas.openxmlformats.org/officeDocument/2006/relationships" id="264" r:id="R266d8fc5909a4b0d"/>
    <p:sldId xmlns:r="http://schemas.openxmlformats.org/officeDocument/2006/relationships" id="265" r:id="R01049cdd97324794"/>
    <p:sldId xmlns:r="http://schemas.openxmlformats.org/officeDocument/2006/relationships" id="266" r:id="Ra7410013a3fd4a7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5b9dd66beb45a0" /><Relationship Type="http://schemas.openxmlformats.org/officeDocument/2006/relationships/slideMaster" Target="/ppt/slideMasters/slideMaster1.xml" Id="Re024c75017784faf" /><Relationship Type="http://schemas.openxmlformats.org/officeDocument/2006/relationships/notesMaster" Target="/ppt/notesMasters/notesMaster1.xml" Id="R078f695a409d44c7" /><Relationship Type="http://schemas.openxmlformats.org/officeDocument/2006/relationships/presProps" Target="/ppt/presProps.xml" Id="R87b6ada0b01c4209" /><Relationship Type="http://schemas.openxmlformats.org/officeDocument/2006/relationships/viewProps" Target="/ppt/viewProps.xml" Id="R2e59a3b7a73d4b09" /><Relationship Type="http://schemas.openxmlformats.org/officeDocument/2006/relationships/tableStyles" Target="/ppt/tableStyles.xml" Id="R23239bdb6e7a4081" /><Relationship Type="http://schemas.openxmlformats.org/officeDocument/2006/relationships/slide" Target="/ppt/slides/slide1.xml" Id="Rbfd00a9750e14619" /><Relationship Type="http://schemas.openxmlformats.org/officeDocument/2006/relationships/slide" Target="/ppt/slides/slide2.xml" Id="Rc24d623e08ae475f" /><Relationship Type="http://schemas.openxmlformats.org/officeDocument/2006/relationships/slide" Target="/ppt/slides/slide3.xml" Id="R89f83401bb3a4493" /><Relationship Type="http://schemas.openxmlformats.org/officeDocument/2006/relationships/slide" Target="/ppt/slides/slide4.xml" Id="Rad9ba72c7cbe4743" /><Relationship Type="http://schemas.openxmlformats.org/officeDocument/2006/relationships/slide" Target="/ppt/slides/slide5.xml" Id="R6bd4e5c7533e4419" /><Relationship Type="http://schemas.openxmlformats.org/officeDocument/2006/relationships/slide" Target="/ppt/slides/slide6.xml" Id="Rb215d53d9f1c4910" /><Relationship Type="http://schemas.openxmlformats.org/officeDocument/2006/relationships/slide" Target="/ppt/slides/slide7.xml" Id="R8f924f6b834848db" /><Relationship Type="http://schemas.openxmlformats.org/officeDocument/2006/relationships/slide" Target="/ppt/slides/slide8.xml" Id="R124b2440d4a84139" /><Relationship Type="http://schemas.openxmlformats.org/officeDocument/2006/relationships/slide" Target="/ppt/slides/slide9.xml" Id="R266d8fc5909a4b0d" /><Relationship Type="http://schemas.openxmlformats.org/officeDocument/2006/relationships/slide" Target="/ppt/slides/slide10.xml" Id="R01049cdd97324794" /><Relationship Type="http://schemas.openxmlformats.org/officeDocument/2006/relationships/slide" Target="/ppt/slides/slide11.xml" Id="Ra7410013a3fd4a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4709a986434e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8e1c425d49411a" /><Relationship Type="http://schemas.openxmlformats.org/officeDocument/2006/relationships/notesMaster" Target="/ppt/notesMasters/notesMaster1.xml" Id="Rf21c38972cce4b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d6cf9c375744f1" /><Relationship Type="http://schemas.openxmlformats.org/officeDocument/2006/relationships/notesMaster" Target="/ppt/notesMasters/notesMaster1.xml" Id="Rc4907270b47345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9ba892e2dc4a8e" /><Relationship Type="http://schemas.openxmlformats.org/officeDocument/2006/relationships/notesMaster" Target="/ppt/notesMasters/notesMaster1.xml" Id="Rf8c02f040b9c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6748f424854570" /><Relationship Type="http://schemas.openxmlformats.org/officeDocument/2006/relationships/notesMaster" Target="/ppt/notesMasters/notesMaster1.xml" Id="R5016ef75775545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6932137b554a3c" /><Relationship Type="http://schemas.openxmlformats.org/officeDocument/2006/relationships/notesMaster" Target="/ppt/notesMasters/notesMaster1.xml" Id="R6b9c618b9e6b49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2cce059fdb4232" /><Relationship Type="http://schemas.openxmlformats.org/officeDocument/2006/relationships/notesMaster" Target="/ppt/notesMasters/notesMaster1.xml" Id="Rcb18c51693b148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58644299e64bbd" /><Relationship Type="http://schemas.openxmlformats.org/officeDocument/2006/relationships/notesMaster" Target="/ppt/notesMasters/notesMaster1.xml" Id="R27d49fd90f5c4b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6dcb54b55a40a9" /><Relationship Type="http://schemas.openxmlformats.org/officeDocument/2006/relationships/notesMaster" Target="/ppt/notesMasters/notesMaster1.xml" Id="R556b09915a5749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036bab43a54ec4" /><Relationship Type="http://schemas.openxmlformats.org/officeDocument/2006/relationships/notesMaster" Target="/ppt/notesMasters/notesMaster1.xml" Id="R16923685fdec45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1ad6c81dc9436c" /><Relationship Type="http://schemas.openxmlformats.org/officeDocument/2006/relationships/notesMaster" Target="/ppt/notesMasters/notesMaster1.xml" Id="R12efa32f412946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ffe942c37c4704" /><Relationship Type="http://schemas.openxmlformats.org/officeDocument/2006/relationships/notesMaster" Target="/ppt/notesMasters/notesMaster1.xml" Id="Rc794bf38d22148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{{notes}}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d5e0dddd74d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dbf76307d45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1ef95f9f640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fa5ef5f5b48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70d40c6b24c3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b70bb2cb34c4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44dcc8e87439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b565088e8487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e45b3e7784f5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0cb57d31e49e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9ec889a014e2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7970FB-B311-43AB-86F6-AA046011CDB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132975-85C9-47D0-B485-EE0899249D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BF7286-9A30-4214-92B8-D3D088DE75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938D51-2CE9-440B-BB7E-DB5C25A72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450A12-7B08-4478-83D6-858928781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44B61A-E52C-4D17-B41B-AFCB336F0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24DB97-87B0-4865-8175-CD390A029B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457CBB-F48D-479A-8E2F-99A17BC112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3B1E2F-FA1C-4FEB-B8E8-04F873AFFA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38D44E-C135-4300-BAB4-A311558209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771A24-C021-4BD5-A6F9-7AAC8486C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0DE7F6-F36D-4D70-B100-2E0EF9AB1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656596-1B8A-4432-97D8-89EC83A919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1BD27A-F90E-46D2-99C2-52CAF3E47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6FC286-6AAD-4BC9-8644-5EE74E5013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0CCD2A-6541-427A-9B30-078B1EED57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4975E5-876D-4F8B-BE68-57A185A5451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EF1C9D-F2F8-406B-AB9A-3DA5E4CF1E1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30029B-71C0-4A1A-A9FF-9974058C01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496CC9D-76FE-4CDB-895F-27702EA9D7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653CE8-BDC3-40FA-867D-42C3B6398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8759BC-9E16-4269-B7C6-C927E2F1A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86FF08-4AC8-484A-8EEC-5E554BDFFB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CB113D2-3EDA-4C6A-B04A-DDA563774D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898764C-7CF4-4D27-ADA1-85A2DA814A8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C952155-672D-4E9D-A88D-584A0B10347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05A1EC3-3C4A-4B28-A921-85B6DD5CBF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003EB96-ACC7-4131-9FD3-5B3C30224D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2F9604A-7BB8-4524-85C8-EFE14F2567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8628DD-6725-4922-AB50-4D44CBB8D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8C3F183-1C41-4FD4-9D23-105834D057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3EACC7A-F9AC-4585-A7E3-9915364242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1DA5BA1-E955-4BC2-BB87-56835453E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B6906FF-2619-4F46-A77E-1914E1C610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B6FE651-6B96-412F-A07F-4E0B473F68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8128E3-4AED-45DE-AE76-57A62F9D8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33CD0D-0C06-42E4-B4AE-D2E61518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F9E548-12DC-432C-9395-74E178634E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E1EFEA-C770-4FCC-A45E-5EB68FF375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231496-06C5-4D78-A7CA-FA6553A379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AC7247-2985-4F75-AA60-53C2893C04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1E8B85-1713-4887-9325-1612471DA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42508C-BCCC-41D9-B79D-4A3819E39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EFD1F54-ABC6-4776-B4B6-532A910E6DD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8CB9BC-7414-4B99-8B63-2A9B17E795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F10E65-CE90-4A4F-B26D-6C1B278075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18EDFA-5687-4953-8D4E-15E40E0B8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5523DB-1F64-47A5-B1C8-3CD0F7D21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572310-5925-43A0-92F6-73D2CE3C2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819F2D-E906-473B-9F66-892BCB271A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63A0F6-FE9E-4939-8225-1661463DA5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C43F79-8EB8-45F2-92C9-731F07C6B6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0F7D69-2747-4FB4-8891-A9C26CEDF5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80229BE-A213-4162-A82D-117E0130B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9EA7EC-043B-444F-9C22-420E779FBA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5985E9-AB83-4B4D-BABF-E2C85CD75F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4CD46C-FD0F-4A6A-8AA4-67A46E7768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097FFA-956D-4088-8DB5-738B1C0B5E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03d47b5f6d450a" /><Relationship Type="http://schemas.openxmlformats.org/officeDocument/2006/relationships/slideLayout" Target="/ppt/slideLayouts/slideLayout1.xml" Id="R3bee3e0d8a1d4f79" /><Relationship Type="http://schemas.openxmlformats.org/officeDocument/2006/relationships/slideLayout" Target="/ppt/slideLayouts/slideLayout2.xml" Id="R35d6cf992ba04891" /><Relationship Type="http://schemas.openxmlformats.org/officeDocument/2006/relationships/slideLayout" Target="/ppt/slideLayouts/slideLayout3.xml" Id="Ra3d06c17d3ab471a" /><Relationship Type="http://schemas.openxmlformats.org/officeDocument/2006/relationships/slideLayout" Target="/ppt/slideLayouts/slideLayout4.xml" Id="R2ce995e890b44b20" /><Relationship Type="http://schemas.openxmlformats.org/officeDocument/2006/relationships/slideLayout" Target="/ppt/slideLayouts/slideLayout5.xml" Id="R63c336c5e9914022" /><Relationship Type="http://schemas.openxmlformats.org/officeDocument/2006/relationships/slideLayout" Target="/ppt/slideLayouts/slideLayout6.xml" Id="R35cef4fdfc204c25" /><Relationship Type="http://schemas.openxmlformats.org/officeDocument/2006/relationships/slideLayout" Target="/ppt/slideLayouts/slideLayout7.xml" Id="R84590e3f05954f77" /><Relationship Type="http://schemas.openxmlformats.org/officeDocument/2006/relationships/slideLayout" Target="/ppt/slideLayouts/slideLayout8.xml" Id="R406860f5603c440f" /><Relationship Type="http://schemas.openxmlformats.org/officeDocument/2006/relationships/slideLayout" Target="/ppt/slideLayouts/slideLayout9.xml" Id="R943f0724fad14e73" /><Relationship Type="http://schemas.openxmlformats.org/officeDocument/2006/relationships/slideLayout" Target="/ppt/slideLayouts/slideLayout10.xml" Id="Rdecd5da36b4f4311" /><Relationship Type="http://schemas.openxmlformats.org/officeDocument/2006/relationships/slideLayout" Target="/ppt/slideLayouts/slideLayout11.xml" Id="R3aeb2412c7254e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D18BFAA-A297-494F-9681-94BBE586F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63810D-1F74-45CA-BCBB-83AC295E1E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2C1F91-AC06-418C-B6FA-8E04C010618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0D8367-8D72-4EFD-A5EE-596CCDB2A10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C8F96C-29FB-4641-B71B-BCF09CAB71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ee3e0d8a1d4f79"/>
    <p:sldLayoutId xmlns:r="http://schemas.openxmlformats.org/officeDocument/2006/relationships" id="2147483650" r:id="R35d6cf992ba04891"/>
    <p:sldLayoutId xmlns:r="http://schemas.openxmlformats.org/officeDocument/2006/relationships" id="2147483651" r:id="Ra3d06c17d3ab471a"/>
    <p:sldLayoutId xmlns:r="http://schemas.openxmlformats.org/officeDocument/2006/relationships" id="2147483652" r:id="R2ce995e890b44b20"/>
    <p:sldLayoutId xmlns:r="http://schemas.openxmlformats.org/officeDocument/2006/relationships" id="2147483653" r:id="R63c336c5e9914022"/>
    <p:sldLayoutId xmlns:r="http://schemas.openxmlformats.org/officeDocument/2006/relationships" id="2147483654" r:id="R35cef4fdfc204c25"/>
    <p:sldLayoutId xmlns:r="http://schemas.openxmlformats.org/officeDocument/2006/relationships" id="2147483655" r:id="R84590e3f05954f77"/>
    <p:sldLayoutId xmlns:r="http://schemas.openxmlformats.org/officeDocument/2006/relationships" id="2147483656" r:id="R406860f5603c440f"/>
    <p:sldLayoutId xmlns:r="http://schemas.openxmlformats.org/officeDocument/2006/relationships" id="2147483657" r:id="R943f0724fad14e73"/>
    <p:sldLayoutId xmlns:r="http://schemas.openxmlformats.org/officeDocument/2006/relationships" id="2147483658" r:id="Rdecd5da36b4f4311"/>
    <p:sldLayoutId xmlns:r="http://schemas.openxmlformats.org/officeDocument/2006/relationships" id="2147483659" r:id="R3aeb2412c7254e6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20e0c57ba7494d" /><Relationship Type="http://schemas.openxmlformats.org/officeDocument/2006/relationships/image" Target="/ppt/media/image.png" Id="R6c3ea812fefc4026" /><Relationship Type="http://schemas.openxmlformats.org/officeDocument/2006/relationships/notesSlide" Target="/ppt/notesSlides/notesSlide1.xml" Id="Red90bec6da094a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7554c426ea4e54" /><Relationship Type="http://schemas.openxmlformats.org/officeDocument/2006/relationships/image" Target="/ppt/media/image2.png" Id="R9ce0c25d85ff4f4d" /><Relationship Type="http://schemas.openxmlformats.org/officeDocument/2006/relationships/notesSlide" Target="/ppt/notesSlides/notesSlide2.xml" Id="Rdc4eec0bd5e247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e9a773a7b741ad" /><Relationship Type="http://schemas.openxmlformats.org/officeDocument/2006/relationships/image" Target="/ppt/media/image3.png" Id="Red4686f917e645ea" /><Relationship Type="http://schemas.openxmlformats.org/officeDocument/2006/relationships/notesSlide" Target="/ppt/notesSlides/notesSlide3.xml" Id="Ra90f50300f6342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9bed1502df4651" /><Relationship Type="http://schemas.openxmlformats.org/officeDocument/2006/relationships/image" Target="/ppt/media/image4.png" Id="R61f303d6ef014810" /><Relationship Type="http://schemas.openxmlformats.org/officeDocument/2006/relationships/notesSlide" Target="/ppt/notesSlides/notesSlide4.xml" Id="Rbfb8770846164e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0d2e0ba64c46e7" /><Relationship Type="http://schemas.openxmlformats.org/officeDocument/2006/relationships/image" Target="/ppt/media/image4.png" Id="R0836176b7e8a4e66" /><Relationship Type="http://schemas.openxmlformats.org/officeDocument/2006/relationships/notesSlide" Target="/ppt/notesSlides/notesSlide5.xml" Id="Rd8e4fa11828e40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6537b28c114afd" /><Relationship Type="http://schemas.openxmlformats.org/officeDocument/2006/relationships/image" Target="/ppt/media/image4.png" Id="R91d0c864b4ee4941" /><Relationship Type="http://schemas.openxmlformats.org/officeDocument/2006/relationships/notesSlide" Target="/ppt/notesSlides/notesSlide6.xml" Id="R1c1e8b7c701b41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0a84ec33024950" /><Relationship Type="http://schemas.openxmlformats.org/officeDocument/2006/relationships/image" Target="/ppt/media/image4.png" Id="R4a94444b99c34ece" /><Relationship Type="http://schemas.openxmlformats.org/officeDocument/2006/relationships/notesSlide" Target="/ppt/notesSlides/notesSlide7.xml" Id="R928cf7dd605e4a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ca6178ff3b41b8" /><Relationship Type="http://schemas.openxmlformats.org/officeDocument/2006/relationships/image" Target="/ppt/media/image4.png" Id="R8bb626cee18646ea" /><Relationship Type="http://schemas.openxmlformats.org/officeDocument/2006/relationships/notesSlide" Target="/ppt/notesSlides/notesSlide8.xml" Id="R547ae315de2f48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6a7f376b524902" /><Relationship Type="http://schemas.openxmlformats.org/officeDocument/2006/relationships/image" Target="/ppt/media/image4.png" Id="R36d0faacb3a64252" /><Relationship Type="http://schemas.openxmlformats.org/officeDocument/2006/relationships/notesSlide" Target="/ppt/notesSlides/notesSlide9.xml" Id="R1ba418747ca64f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31dbd7c8b1491f" /><Relationship Type="http://schemas.openxmlformats.org/officeDocument/2006/relationships/image" Target="/ppt/media/image5.png" Id="R3b3b0000ab134f44" /><Relationship Type="http://schemas.openxmlformats.org/officeDocument/2006/relationships/notesSlide" Target="/ppt/notesSlides/notesSlide10.xml" Id="R312044989ddf45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4c7a1c5d2946e6" /><Relationship Type="http://schemas.openxmlformats.org/officeDocument/2006/relationships/image" Target="/ppt/media/image4.png" Id="R1a1ed922cf914549" /><Relationship Type="http://schemas.openxmlformats.org/officeDocument/2006/relationships/notesSlide" Target="/ppt/notesSlides/notesSlide11.xml" Id="Rcf56e3a462f949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ea812fefc4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F85AB2A-8C50-40C2-B8E5-185683C3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713232"/>
            <a:ext cx="285292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00D30F1-E00B-4D36-9410-CE86E9C2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688" y="799430"/>
            <a:ext cx="64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C70DB3-1881-416A-85AC-DC30255B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2536"/>
            <a:ext cx="259689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tt:cover_scope">
            <a:extLst xmlns:a="http://schemas.openxmlformats.org/drawingml/2006/main">
              <a:ext uri="{FF2B5EF4-FFF2-40B4-BE49-F238E27FC236}">
                <a16:creationId xmlns:a16="http://schemas.microsoft.com/office/drawing/2014/main" id="{9471A968-149A-47BD-A578-BBFAD2B0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70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{{cover_scope}}</a:t>
            </a:r>
          </a:p>
        </p:txBody>
      </p:sp>
      <p:sp>
        <p:nvSpPr>
          <p:cNvPr id="9" name="ctt:cover_title">
            <a:extLst xmlns:a="http://schemas.openxmlformats.org/drawingml/2006/main">
              <a:ext uri="{FF2B5EF4-FFF2-40B4-BE49-F238E27FC236}">
                <a16:creationId xmlns:a16="http://schemas.microsoft.com/office/drawing/2014/main" id="{A0B25C26-AFA5-474D-B259-7B6981BE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{{cover_title}}</a:t>
            </a:r>
          </a:p>
        </p:txBody>
      </p:sp>
      <p:sp>
        <p:nvSpPr>
          <p:cNvPr id="10" name="ctt:cover_period">
            <a:extLst xmlns:a="http://schemas.openxmlformats.org/drawingml/2006/main">
              <a:ext uri="{FF2B5EF4-FFF2-40B4-BE49-F238E27FC236}">
                <a16:creationId xmlns:a16="http://schemas.microsoft.com/office/drawing/2014/main" id="{D3F41AF9-D899-4943-BEE7-5CACB452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575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{{cover_period}}</a:t>
            </a:r>
          </a:p>
        </p:txBody>
      </p:sp>
    </p:spTree>
    <p:extLst>
      <p:ext uri="{BB962C8B-B14F-4D97-AF65-F5344CB8AC3E}">
        <p14:creationId xmlns:p14="http://schemas.microsoft.com/office/powerpoint/2010/main" val="3525844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0c25d85ff4f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tt:section_label">
            <a:extLst xmlns:a="http://schemas.openxmlformats.org/drawingml/2006/main">
              <a:ext uri="{FF2B5EF4-FFF2-40B4-BE49-F238E27FC236}">
                <a16:creationId xmlns:a16="http://schemas.microsoft.com/office/drawing/2014/main" id="{FC700AB7-E504-4BA2-B1BA-FEF00F93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6F3D8"/>
                </a:solidFill>
                <a:latin typeface="Calibri"/>
                <a:ea typeface="Calibri"/>
                <a:cs typeface="Calibri"/>
              </a:rPr>
              <a:t>{{section_label}}</a:t>
            </a:r>
          </a:p>
        </p:txBody>
      </p:sp>
      <p:sp>
        <p:nvSpPr>
          <p:cNvPr id="4" name="ctt:section_title">
            <a:extLst xmlns:a="http://schemas.openxmlformats.org/drawingml/2006/main">
              <a:ext uri="{FF2B5EF4-FFF2-40B4-BE49-F238E27FC236}">
                <a16:creationId xmlns:a16="http://schemas.microsoft.com/office/drawing/2014/main" id="{0FF14364-299D-44DE-9598-4EAC51F0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73152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{{section_title}}</a:t>
            </a:r>
          </a:p>
        </p:txBody>
      </p:sp>
      <p:sp>
        <p:nvSpPr>
          <p:cNvPr id="5" name="ctt:section_scope">
            <a:extLst xmlns:a="http://schemas.openxmlformats.org/drawingml/2006/main">
              <a:ext uri="{FF2B5EF4-FFF2-40B4-BE49-F238E27FC236}">
                <a16:creationId xmlns:a16="http://schemas.microsoft.com/office/drawing/2014/main" id="{7F106F25-0463-47A6-97CE-F1350E47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31136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{{section_scope}}</a:t>
            </a:r>
            <a:endParaRPr sz="185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7D2A4C8-6B1A-40D8-BFC7-A840516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941832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9BC15FE-9F22-4C93-BCA0-6603397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417320"/>
            <a:ext cx="12618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400" b="1">
                <a:solidFill>
                  <a:srgbClr val="B9DA86"/>
                </a:solidFill>
                <a:latin typeface="Calibri Light"/>
                <a:ea typeface="Calibri Light"/>
                <a:cs typeface="Calibri Light"/>
              </a:rPr>
              <a:t>01</a:t>
            </a:r>
          </a:p>
        </p:txBody>
      </p:sp>
      <p:sp>
        <p:nvSpPr>
          <p:cNvPr id="8" name="ctt:section_caption">
            <a:extLst xmlns:a="http://schemas.openxmlformats.org/drawingml/2006/main">
              <a:ext uri="{FF2B5EF4-FFF2-40B4-BE49-F238E27FC236}">
                <a16:creationId xmlns:a16="http://schemas.microsoft.com/office/drawing/2014/main" id="{2B940987-35D0-43E9-81E1-849287FE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075688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69" b="1">
                <a:solidFill>
                  <a:srgbClr val="E0EEC8"/>
                </a:solidFill>
                <a:latin typeface="Calibri"/>
                <a:ea typeface="Calibri"/>
                <a:cs typeface="Calibri"/>
              </a:rPr>
              <a:t>{{section_caption}}</a:t>
            </a:r>
          </a:p>
        </p:txBody>
      </p:sp>
    </p:spTree>
    <p:extLst>
      <p:ext uri="{BB962C8B-B14F-4D97-AF65-F5344CB8AC3E}">
        <p14:creationId xmlns:p14="http://schemas.microsoft.com/office/powerpoint/2010/main" val="19484304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686f917e645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tt:agenda_title">
            <a:extLst xmlns:a="http://schemas.openxmlformats.org/drawingml/2006/main">
              <a:ext uri="{FF2B5EF4-FFF2-40B4-BE49-F238E27FC236}">
                <a16:creationId xmlns:a16="http://schemas.microsoft.com/office/drawing/2014/main" id="{16585C29-CC64-47FD-A228-21B2A948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104775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{{agenda_title}}</a:t>
            </a:r>
          </a:p>
        </p:txBody>
      </p:sp>
      <p:sp>
        <p:nvSpPr>
          <p:cNvPr id="4" name="ctt:agenda_scope">
            <a:extLst xmlns:a="http://schemas.openxmlformats.org/drawingml/2006/main">
              <a:ext uri="{FF2B5EF4-FFF2-40B4-BE49-F238E27FC236}">
                <a16:creationId xmlns:a16="http://schemas.microsoft.com/office/drawing/2014/main" id="{55C48F12-E0B2-48DC-8A43-FB9E175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96112"/>
            <a:ext cx="104775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D1DEE2"/>
                </a:solidFill>
                <a:latin typeface="Calibri"/>
                <a:ea typeface="Calibri"/>
                <a:cs typeface="Calibri"/>
              </a:rPr>
              <a:t>{{agenda_scope}}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07C3828-E78F-4046-AC9E-86AF8BC4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F3A74CA-8853-4042-A5FF-17E576E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82496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FC62DE-0478-4F5C-A732-5B69B04A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82496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ctt:agenda_item1">
            <a:extLst xmlns:a="http://schemas.openxmlformats.org/drawingml/2006/main">
              <a:ext uri="{FF2B5EF4-FFF2-40B4-BE49-F238E27FC236}">
                <a16:creationId xmlns:a16="http://schemas.microsoft.com/office/drawing/2014/main" id="{56B5658F-6941-4040-876E-60E3BAAB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1657350"/>
            <a:ext cx="4238625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{{agenda_item1}}</a:t>
            </a:r>
            <a:endParaRPr sz="1010" b="1">
              <a:solidFill>
                <a:srgbClr val="FFFFFF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61D307-2D43-40D6-AC0B-EB399512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8132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3C0F5B6-9D70-4C1D-A99D-F14C846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682496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9958ED6-A197-4437-B95C-84AE3C7F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682496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ctt:agenda_item2">
            <a:extLst xmlns:a="http://schemas.openxmlformats.org/drawingml/2006/main">
              <a:ext uri="{FF2B5EF4-FFF2-40B4-BE49-F238E27FC236}">
                <a16:creationId xmlns:a16="http://schemas.microsoft.com/office/drawing/2014/main" id="{55CC8FB9-099F-4AE2-BCFF-EDC8F81C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657350"/>
            <a:ext cx="4238625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{{agenda_item2}}</a:t>
            </a:r>
            <a:endParaRPr sz="101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08D8AC3-60F6-4A06-BAE2-C985CDD3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7004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DF0211F-9AD7-4821-849E-FD58C770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71216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999B02C-4FD3-45EB-B973-98D1549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71216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ctt:agenda_item3">
            <a:extLst xmlns:a="http://schemas.openxmlformats.org/drawingml/2006/main">
              <a:ext uri="{FF2B5EF4-FFF2-40B4-BE49-F238E27FC236}">
                <a16:creationId xmlns:a16="http://schemas.microsoft.com/office/drawing/2014/main" id="{3806A829-C22C-45BF-BF4D-AA7DE75F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847975"/>
            <a:ext cx="4238625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{{agenda_item3}}</a:t>
            </a:r>
            <a:endParaRPr sz="101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9EF7DAC-8A33-4E55-959A-13FC6CD6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7004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DA1A23C-4604-4F00-807E-FC487425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871216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C4835A9-289C-4E95-B539-E2E06CB6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871216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0" name="ctt:agenda_item4">
            <a:extLst xmlns:a="http://schemas.openxmlformats.org/drawingml/2006/main">
              <a:ext uri="{FF2B5EF4-FFF2-40B4-BE49-F238E27FC236}">
                <a16:creationId xmlns:a16="http://schemas.microsoft.com/office/drawing/2014/main" id="{106C71E7-D8B3-4B6F-A24C-062214F3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2847975"/>
            <a:ext cx="4238625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{{agenda_item4}}</a:t>
            </a:r>
            <a:endParaRPr sz="101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E874F42-2220-4EAC-AAEF-4D6A3912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B2AF5B6-4C96-4CE3-844D-C7EB361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59935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66D6EE8-E370-4890-9F0B-60302FA0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59935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4" name="ctt:agenda_item5">
            <a:extLst xmlns:a="http://schemas.openxmlformats.org/drawingml/2006/main">
              <a:ext uri="{FF2B5EF4-FFF2-40B4-BE49-F238E27FC236}">
                <a16:creationId xmlns:a16="http://schemas.microsoft.com/office/drawing/2014/main" id="{6CB3575E-6697-43DD-AB5A-DDE435EB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038600"/>
            <a:ext cx="4238625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{{agenda_item5}}</a:t>
            </a:r>
            <a:endParaRPr sz="101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ctt:agenda_context">
            <a:extLst xmlns:a="http://schemas.openxmlformats.org/drawingml/2006/main">
              <a:ext uri="{FF2B5EF4-FFF2-40B4-BE49-F238E27FC236}">
                <a16:creationId xmlns:a16="http://schemas.microsoft.com/office/drawing/2014/main" id="{339AF3F1-4278-482C-92D9-E06043AD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03504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9DB4BC"/>
                </a:solidFill>
                <a:latin typeface="Calibri"/>
                <a:ea typeface="Calibri"/>
                <a:cs typeface="Calibri"/>
              </a:rPr>
              <a:t>{{agenda_context}}</a:t>
            </a:r>
          </a:p>
        </p:txBody>
      </p:sp>
      <p:sp>
        <p:nvSpPr>
          <p:cNvPr id="30" name="ctt:page">
            <a:extLst xmlns:a="http://schemas.openxmlformats.org/drawingml/2006/main">
              <a:ext uri="{FF2B5EF4-FFF2-40B4-BE49-F238E27FC236}">
                <a16:creationId xmlns:a16="http://schemas.microsoft.com/office/drawing/2014/main" id="{A6A02662-D9FD-4E07-B4F6-A7D9D374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6163056"/>
            <a:ext cx="822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30" b="1">
                <a:solidFill>
                  <a:srgbClr val="9DB4BC"/>
                </a:solidFill>
                <a:latin typeface="Calibri"/>
                <a:ea typeface="Calibri"/>
                <a:cs typeface="Calibri"/>
              </a:rPr>
              <a:t>{{page}}</a:t>
            </a:r>
          </a:p>
        </p:txBody>
      </p:sp>
    </p:spTree>
    <p:extLst>
      <p:ext uri="{BB962C8B-B14F-4D97-AF65-F5344CB8AC3E}">
        <p14:creationId xmlns:p14="http://schemas.microsoft.com/office/powerpoint/2010/main" val="17221212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303d6ef014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tt:detail_title">
            <a:extLst xmlns:a="http://schemas.openxmlformats.org/drawingml/2006/main">
              <a:ext uri="{FF2B5EF4-FFF2-40B4-BE49-F238E27FC236}">
                <a16:creationId xmlns:a16="http://schemas.microsoft.com/office/drawing/2014/main" id="{384A374C-B209-4F05-8C45-17AEAA11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{{detail_title}}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A8D7DE2-9F35-4F6D-B954-848E9ABB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tt:page">
            <a:extLst xmlns:a="http://schemas.openxmlformats.org/drawingml/2006/main">
              <a:ext uri="{FF2B5EF4-FFF2-40B4-BE49-F238E27FC236}">
                <a16:creationId xmlns:a16="http://schemas.microsoft.com/office/drawing/2014/main" id="{C48093AE-9A41-477B-83D6-2B0579BD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{{page}}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954B7BE-2779-45B1-877A-1BBBDD2E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2CDE9D-DF2C-491B-8907-6FF33DD8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ctt:detail_left_label">
            <a:extLst xmlns:a="http://schemas.openxmlformats.org/drawingml/2006/main">
              <a:ext uri="{FF2B5EF4-FFF2-40B4-BE49-F238E27FC236}">
                <a16:creationId xmlns:a16="http://schemas.microsoft.com/office/drawing/2014/main" id="{4769D5F4-094A-4582-8488-BEB14072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{{detail_left_label}}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ACA04D9-7B4C-43BE-8DE7-7F53640F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9A0F639-637E-41BE-8177-B1E9B00C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ctt:detail_right_label">
            <a:extLst xmlns:a="http://schemas.openxmlformats.org/drawingml/2006/main">
              <a:ext uri="{FF2B5EF4-FFF2-40B4-BE49-F238E27FC236}">
                <a16:creationId xmlns:a16="http://schemas.microsoft.com/office/drawing/2014/main" id="{586083B2-7093-4D55-8DDC-920A4A27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{{detail_right_label}}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DF3B780-F536-4EDD-9B54-FCE4EC7C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316736"/>
            <a:ext cx="5404103" cy="3057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1C3CFF0-F44B-4EBB-9692-B3A196F4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16736"/>
            <a:ext cx="5404103" cy="3356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1A47DC6-D056-4DB5-9BEB-3C7AED3A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EF9DB36-E0CC-45C9-859E-EBB7455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ctt:detail_left_caption">
            <a:extLst xmlns:a="http://schemas.openxmlformats.org/drawingml/2006/main">
              <a:ext uri="{FF2B5EF4-FFF2-40B4-BE49-F238E27FC236}">
                <a16:creationId xmlns:a16="http://schemas.microsoft.com/office/drawing/2014/main" id="{86D3A68E-60AA-46B3-8064-3918FAD9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{{detail_left_caption}}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C9B1543-DD50-44EB-B9BF-C761920F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4E6BA74-9C3F-4E56-814A-6D7346EE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tt:detail_right_caption">
            <a:extLst xmlns:a="http://schemas.openxmlformats.org/drawingml/2006/main">
              <a:ext uri="{FF2B5EF4-FFF2-40B4-BE49-F238E27FC236}">
                <a16:creationId xmlns:a16="http://schemas.microsoft.com/office/drawing/2014/main" id="{4FAD2099-3C79-405B-BED6-040433D8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{{detail_right_caption}}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07288E7-2F3D-4512-8E9F-4F1FD7F1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88152"/>
            <a:ext cx="11073384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0"/>
          </a:solidFill>
          <a:ln xmlns:a="http://schemas.openxmlformats.org/drawingml/2006/main" w="12700">
            <a:solidFill>
              <a:srgbClr val="DCE5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tt:footer">
            <a:extLst xmlns:a="http://schemas.openxmlformats.org/drawingml/2006/main">
              <a:ext uri="{FF2B5EF4-FFF2-40B4-BE49-F238E27FC236}">
                <a16:creationId xmlns:a16="http://schemas.microsoft.com/office/drawing/2014/main" id="{ECECD2E3-FF06-4895-B6B5-45F8788D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{{footer}}</a:t>
            </a:r>
          </a:p>
        </p:txBody>
      </p:sp>
      <p:sp>
        <p:nvSpPr>
          <p:cNvPr id="25" name="ctt:detail_left">
            <a:extLst xmlns:a="http://schemas.openxmlformats.org/drawingml/2006/main">
              <a:ext uri="{FF2B5EF4-FFF2-40B4-BE49-F238E27FC236}">
                <a16:creationId xmlns:a16="http://schemas.microsoft.com/office/drawing/2014/main" id="{CC290EB3-4D3C-4540-8535-B2686939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5048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{{detail_left}}</a:t>
            </a:r>
          </a:p>
        </p:txBody>
      </p:sp>
      <p:sp>
        <p:nvSpPr>
          <p:cNvPr id="26" name="ctt:detail_right">
            <a:extLst xmlns:a="http://schemas.openxmlformats.org/drawingml/2006/main">
              <a:ext uri="{FF2B5EF4-FFF2-40B4-BE49-F238E27FC236}">
                <a16:creationId xmlns:a16="http://schemas.microsoft.com/office/drawing/2014/main" id="{0C67774E-F59F-4B07-9223-3A58A69B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240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{{detail_right}}</a:t>
            </a:r>
          </a:p>
        </p:txBody>
      </p:sp>
    </p:spTree>
    <p:extLst>
      <p:ext uri="{BB962C8B-B14F-4D97-AF65-F5344CB8AC3E}">
        <p14:creationId xmlns:p14="http://schemas.microsoft.com/office/powerpoint/2010/main" val="18968181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6176b7e8a4e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1" name="ctt:unused">
            <a:extLst xmlns:a="http://schemas.openxmlformats.org/drawingml/2006/main">
              <a:ext uri="{FF2B5EF4-FFF2-40B4-BE49-F238E27FC236}">
                <a16:creationId xmlns:a16="http://schemas.microsoft.com/office/drawing/2014/main" id="{7F566525-AEC8-9E0E-8236-1411DEF6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ctt:summary_title">
            <a:extLst xmlns:a="http://schemas.openxmlformats.org/drawingml/2006/main">
              <a:ext uri="{FF2B5EF4-FFF2-40B4-BE49-F238E27FC236}">
                <a16:creationId xmlns:a16="http://schemas.microsoft.com/office/drawing/2014/main" id="{375409D4-B7C1-47AC-B560-DB3ACC7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8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76B82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76B82A"/>
                </a:solidFill>
                <a:latin typeface="Calibri"/>
                <a:ea typeface="Calibri"/>
                <a:cs typeface="Calibri"/>
              </a:rPr>
              <a:t>{{summary_title}}</a:t>
            </a:r>
          </a:p>
        </p:txBody>
      </p:sp>
      <p:sp>
        <p:nvSpPr>
          <p:cNvPr id="24" name="ctt:page">
            <a:extLst xmlns:a="http://schemas.openxmlformats.org/drawingml/2006/main">
              <a:ext uri="{FF2B5EF4-FFF2-40B4-BE49-F238E27FC236}">
                <a16:creationId xmlns:a16="http://schemas.microsoft.com/office/drawing/2014/main" id="{FE2383C1-2805-4CBE-AB52-AC04603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95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{{page}}</a:t>
            </a:r>
          </a:p>
        </p:txBody>
      </p:sp>
      <p:sp>
        <p:nvSpPr>
          <p:cNvPr id="25" name="ctt:summary_body">
            <a:extLst xmlns:a="http://schemas.openxmlformats.org/drawingml/2006/main">
              <a:ext uri="{FF2B5EF4-FFF2-40B4-BE49-F238E27FC236}">
                <a16:creationId xmlns:a16="http://schemas.microsoft.com/office/drawing/2014/main" id="{5B6F7839-FF01-4ADE-B42B-F715E02A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01375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ctt:footer">
            <a:extLst xmlns:a="http://schemas.openxmlformats.org/drawingml/2006/main">
              <a:ext uri="{FF2B5EF4-FFF2-40B4-BE49-F238E27FC236}">
                <a16:creationId xmlns:a16="http://schemas.microsoft.com/office/drawing/2014/main" id="{1EAC3EBC-35B7-47AC-A281-700C5E2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{{footer}}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571500" y="1143000"/>
          <a:ext xmlns:a="http://schemas.openxmlformats.org/drawingml/2006/main" cx="11001375" cy="4800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95375"/>
                <a:gridCol w="3524250"/>
                <a:gridCol w="2190750"/>
                <a:gridCol w="2190750"/>
                <a:gridCol w="2000250"/>
              </a:tblGrid>
              <a:tr h="533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Setor</a:t>
                      </a:r>
                    </a:p>
                  </a:txBody>
                  <a:tcPr marL="95250" marR="95250" marT="28575" marB="28575" anchor="ctr" horzOverflow="wrap">
                    <a:solidFill>
                      <a:srgbClr val="3051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Fazenda</a:t>
                      </a:r>
                    </a:p>
                  </a:txBody>
                  <a:tcPr marL="95250" marR="95250" marT="28575" marB="28575" anchor="ctr" horzOverflow="wrap">
                    <a:solidFill>
                      <a:srgbClr val="3051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Última colheita</a:t>
                      </a:r>
                    </a:p>
                  </a:txBody>
                  <a:tcPr marL="95250" marR="95250" marT="28575" marB="28575" anchor="ctr" horzOverflow="wrap">
                    <a:solidFill>
                      <a:srgbClr val="3051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Retorno</a:t>
                      </a:r>
                    </a:p>
                  </a:txBody>
                  <a:tcPr marL="95250" marR="95250" marT="28575" marB="28575" anchor="ctr" horzOverflow="wrap">
                    <a:solidFill>
                      <a:srgbClr val="3051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Dias fora</a:t>
                      </a:r>
                    </a:p>
                  </a:txBody>
                  <a:tcPr marL="95250" marR="95250" marT="28575" marB="28575" anchor="ctr" horzOverflow="wrap">
                    <a:solidFill>
                      <a:srgbClr val="30515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5F8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0515F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</a:p>
                  </a:txBody>
                  <a:tcPr marL="95250" marR="95250" marT="28575" marB="28575" anchor="ctr" horzOverflow="wrap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ctt:table_caption">
            <a:extLst xmlns:a="http://schemas.openxmlformats.org/drawingml/2006/main">
              <a:ext uri="{FF2B5EF4-FFF2-40B4-BE49-F238E27FC236}">
                <a16:creationId xmlns:a16="http://schemas.microsoft.com/office/drawing/2014/main" id="{CC680E71-DBB8-4A43-840D-212DE658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0275"/>
            <a:ext cx="1100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{{table_caption}}</a:t>
            </a:r>
          </a:p>
        </p:txBody>
      </p:sp>
    </p:spTree>
    <p:extLst>
      <p:ext uri="{BB962C8B-B14F-4D97-AF65-F5344CB8AC3E}">
        <p14:creationId xmlns:p14="http://schemas.microsoft.com/office/powerpoint/2010/main" val="34701109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0c864b4ee4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23E1904-0778-4121-A5CB-97FB1D4D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Título do slide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1D76421-89C3-4A67-9BBC-C6DF009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7FFFD0-4E9F-40DB-8F1B-0D546A7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00 / 00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089F56-4912-47B0-A2E3-37DDCED7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9DB2BE-4C3D-4532-BA8C-4F1513CB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1B33A56-88F2-429B-924C-C787B6D1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1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A03677-86BD-42FF-A009-B4C559D3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774A24D-04E5-4667-A6CC-BD9CC7C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6146D8-E1C1-4F1D-A2D6-6762922C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339DA7E-EAFE-44FF-A1E2-124AF911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316736"/>
            <a:ext cx="4148292" cy="3575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7C4C2F9-1F31-4EE3-A625-280FD9C2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16736"/>
            <a:ext cx="5404103" cy="2674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CAFFE5E-A2DA-40D8-8DFE-57A99C4F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8472057-C870-4D64-B726-76DEB1AC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BB25337-8104-4F34-BB2F-6BDEC1FA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Descrição do bloco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8577C44-46F9-4373-A462-F5A25C4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82F0D76-7CC1-4254-A0FC-77DC477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4F010F3-1E2D-42D9-8CF0-429D643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Descrição do bloco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69219D6-7E6D-4C2F-98F1-57739D1C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88152"/>
            <a:ext cx="11073384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0"/>
          </a:solidFill>
          <a:ln xmlns:a="http://schemas.openxmlformats.org/drawingml/2006/main" w="12700">
            <a:solidFill>
              <a:srgbClr val="DCE5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CDECB0A-7AE7-4798-931A-A54CC03D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RODAPÉ / ÁREA</a:t>
            </a:r>
          </a:p>
        </p:txBody>
      </p:sp>
    </p:spTree>
    <p:extLst>
      <p:ext uri="{BB962C8B-B14F-4D97-AF65-F5344CB8AC3E}">
        <p14:creationId xmlns:p14="http://schemas.microsoft.com/office/powerpoint/2010/main" val="20521886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4444b99c34e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9428DE1-8718-4F02-96B6-52B85B6F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Título do slide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3E2F615-227E-4E16-85EA-354A9D70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580E2A-E493-48F8-932A-EF0F1781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00 / 00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F73113A-1E0C-45A0-858A-0D339FE5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958E1DF-EFE5-4335-9BEC-4DE80914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268F66-1897-444F-BD6F-019B5C5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1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12E394D-BF21-4121-B0B5-7B457DAE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E75C3-3556-4B29-BCED-8228D0A2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046FFBD-8B21-41CD-85B1-3FACFB0A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BE8DD31-E8A4-490A-95B8-0F06FD73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316736"/>
            <a:ext cx="5404103" cy="2500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0653C56-1887-49C6-A43D-7C99A1B1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16736"/>
            <a:ext cx="5404103" cy="33434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EF9561E-31B7-4AA7-8536-5709AFCA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0CBA370-9473-481B-9123-79FDA19A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72894D-BA3A-4E3D-9C69-1307C3DB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Descrição do bloco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B32C11B-4D0F-4565-8029-98DB25CC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04F967B-EA2B-4EE5-A5A4-BDBC819E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29AF6D0-A57E-4A65-B1CA-EE25D544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Descrição do bloco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185F1E6-5C80-42CA-911D-CA626CE3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88152"/>
            <a:ext cx="11073384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0"/>
          </a:solidFill>
          <a:ln xmlns:a="http://schemas.openxmlformats.org/drawingml/2006/main" w="12700">
            <a:solidFill>
              <a:srgbClr val="DCE5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41140EA-F9FC-427C-9DF8-A13EDC2B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RODAPÉ / ÁREA</a:t>
            </a:r>
          </a:p>
        </p:txBody>
      </p:sp>
    </p:spTree>
    <p:extLst>
      <p:ext uri="{BB962C8B-B14F-4D97-AF65-F5344CB8AC3E}">
        <p14:creationId xmlns:p14="http://schemas.microsoft.com/office/powerpoint/2010/main" val="18136936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626cee18646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52401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A6B47C3-8DE3-4B51-96A9-84767ED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Título do slide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44D92A8-0FF7-42B4-B50D-45C03E94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C7CFD7E-162F-4914-A67A-63B77C31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00 / 00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3B164C2-02BC-415F-9BB6-E950D96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84D968-8BBC-436B-B4E9-8CD91295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76" y="1006818"/>
            <a:ext cx="64" cy="126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819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ADFDD89-1306-4844-9409-A2E471AA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1</a:t>
            </a: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/>
            </a: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/>
            </a: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/>
            </a:r>
            <a:endParaRPr sz="1060" b="1">
              <a:solidFill>
                <a:srgbClr val="30515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59AFFD-6876-43E5-A4E6-1AE36BF7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316736"/>
            <a:ext cx="5404103" cy="20939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7A7A1AB-9074-4872-BB42-40AE1759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B19555-F40A-4246-9104-4A44F0F3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ACE559C-C617-475D-9633-0D401D0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2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6602EE1-C714-45BF-BE0E-DDE84137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16736"/>
            <a:ext cx="5404103" cy="2357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2474867-AFA7-4CCE-97CA-7E5E2A4D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070" y="4033482"/>
            <a:ext cx="52900" cy="126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C14A9E5-7009-450E-96B2-93BE7771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006" y="5981770"/>
            <a:ext cx="2180084" cy="143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Descrição do bloco</a:t>
            </a: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r>
            <a:endParaRPr sz="930" b="1">
              <a:solidFill>
                <a:srgbClr val="7F7F7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1D0FAE7-F7AA-4989-9970-1C94E22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RODAPÉ / ÁREA</a:t>
            </a:r>
          </a:p>
        </p:txBody>
      </p:sp>
    </p:spTree>
    <p:extLst>
      <p:ext uri="{BB962C8B-B14F-4D97-AF65-F5344CB8AC3E}">
        <p14:creationId xmlns:p14="http://schemas.microsoft.com/office/powerpoint/2010/main" val="18542189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0faacb3a64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tt:kpi_title">
            <a:extLst xmlns:a="http://schemas.openxmlformats.org/drawingml/2006/main">
              <a:ext uri="{FF2B5EF4-FFF2-40B4-BE49-F238E27FC236}">
                <a16:creationId xmlns:a16="http://schemas.microsoft.com/office/drawing/2014/main" id="{771EC6AA-A013-4048-AB16-FA9A0EA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Indicadores da análise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4C0A111-2357-4DE5-ABFB-9D1E80A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tt:page">
            <a:extLst xmlns:a="http://schemas.openxmlformats.org/drawingml/2006/main">
              <a:ext uri="{FF2B5EF4-FFF2-40B4-BE49-F238E27FC236}">
                <a16:creationId xmlns:a16="http://schemas.microsoft.com/office/drawing/2014/main" id="{5DA2EF34-DEA8-4923-82F7-86A27A12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{{page}}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B0325CB-E0DD-4293-AAF4-34E26477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D895D-39A2-4940-ACD1-E350E6EC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ctt:label1">
            <a:extLst xmlns:a="http://schemas.openxmlformats.org/drawingml/2006/main">
              <a:ext uri="{FF2B5EF4-FFF2-40B4-BE49-F238E27FC236}">
                <a16:creationId xmlns:a16="http://schemas.microsoft.com/office/drawing/2014/main" id="{00698CED-B2A7-491B-BE1C-0C9E46B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923544"/>
            <a:ext cx="30998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Retornos reais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8016DDB-9121-4DDD-90F8-5F18FC57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1316736"/>
            <a:ext cx="3639312" cy="23975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E60BA53-F69F-4ADF-ABA7-831594F8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5968"/>
            <a:ext cx="3584448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A03AE2B-4D2F-46FE-BD09-F62D9A59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ctt:caption1">
            <a:extLst xmlns:a="http://schemas.openxmlformats.org/drawingml/2006/main">
              <a:ext uri="{FF2B5EF4-FFF2-40B4-BE49-F238E27FC236}">
                <a16:creationId xmlns:a16="http://schemas.microsoft.com/office/drawing/2014/main" id="{C2CB3197-8407-48E7-8E40-0E1D7C7F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6168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Trabalho em outro setor durante o intervalo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8EB2B49-84DB-4020-B089-823EE422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F13BC93-41A5-48B9-BA2C-4B42980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ctt:label2">
            <a:extLst xmlns:a="http://schemas.openxmlformats.org/drawingml/2006/main">
              <a:ext uri="{FF2B5EF4-FFF2-40B4-BE49-F238E27FC236}">
                <a16:creationId xmlns:a16="http://schemas.microsoft.com/office/drawing/2014/main" id="{7473322D-8055-466E-BA03-BF5C2FB7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923544"/>
            <a:ext cx="30998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Possível solo úmido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2B55282-3CFE-487A-A5B2-C3CC7DD5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1316736"/>
            <a:ext cx="3639312" cy="236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B52CCE1-9D4A-49EF-A49E-5CEA9309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4315968"/>
            <a:ext cx="3584448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58F5C1E-C9CB-4551-9DB5-DBD07968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25696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tt:caption2">
            <a:extLst xmlns:a="http://schemas.openxmlformats.org/drawingml/2006/main">
              <a:ext uri="{FF2B5EF4-FFF2-40B4-BE49-F238E27FC236}">
                <a16:creationId xmlns:a16="http://schemas.microsoft.com/office/drawing/2014/main" id="{8B9C5744-532B-47F0-AE77-FECB1826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36168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Hipótese pendente de verificação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148B5E2-E77A-433D-9CD6-24FF1A9D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EAC043D-A990-41A5-A630-3787FEB0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4" name="ctt:label3">
            <a:extLst xmlns:a="http://schemas.openxmlformats.org/drawingml/2006/main">
              <a:ext uri="{FF2B5EF4-FFF2-40B4-BE49-F238E27FC236}">
                <a16:creationId xmlns:a16="http://schemas.microsoft.com/office/drawing/2014/main" id="{03C14AAF-A8D6-48BA-AF26-7471BBF6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5" y="923544"/>
            <a:ext cx="30998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Atribuição de períodos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E79B011-3CBD-4461-8E16-82E62006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316736"/>
            <a:ext cx="3639312" cy="22793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8D4BC9DA-4034-4E21-8929-E693668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4315968"/>
            <a:ext cx="3584448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5B54D81-724B-45C2-8288-C075A5D0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1" y="4425696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ctt:caption3">
            <a:extLst xmlns:a="http://schemas.openxmlformats.org/drawingml/2006/main">
              <a:ext uri="{FF2B5EF4-FFF2-40B4-BE49-F238E27FC236}">
                <a16:creationId xmlns:a16="http://schemas.microsoft.com/office/drawing/2014/main" id="{B4A24C4C-317A-45CF-BF9C-27B9BB37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5" y="436168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Maior quantidade de equipamentos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94E7B57E-18FF-497A-874D-83A8292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5776"/>
            <a:ext cx="1108252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12700">
            <a:solidFill>
              <a:srgbClr val="E0E7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ctt:kpi_context">
            <a:extLst xmlns:a="http://schemas.openxmlformats.org/drawingml/2006/main">
              <a:ext uri="{FF2B5EF4-FFF2-40B4-BE49-F238E27FC236}">
                <a16:creationId xmlns:a16="http://schemas.microsoft.com/office/drawing/2014/main" id="{3B7025F1-A519-4F2B-B929-E768AE80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239512"/>
            <a:ext cx="10424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{{kpi_context}}</a:t>
            </a:r>
          </a:p>
        </p:txBody>
      </p:sp>
      <p:sp>
        <p:nvSpPr>
          <p:cNvPr id="32" name="ctt:footer">
            <a:extLst xmlns:a="http://schemas.openxmlformats.org/drawingml/2006/main">
              <a:ext uri="{FF2B5EF4-FFF2-40B4-BE49-F238E27FC236}">
                <a16:creationId xmlns:a16="http://schemas.microsoft.com/office/drawing/2014/main" id="{4ADB427A-CC26-4ED2-BEE9-3A1D4EFB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{{footer}}</a:t>
            </a:r>
          </a:p>
        </p:txBody>
      </p:sp>
      <p:sp>
        <p:nvSpPr>
          <p:cNvPr id="34" name="ctt:kpi1">
            <a:extLst xmlns:a="http://schemas.openxmlformats.org/drawingml/2006/main">
              <a:ext uri="{FF2B5EF4-FFF2-40B4-BE49-F238E27FC236}">
                <a16:creationId xmlns:a16="http://schemas.microsoft.com/office/drawing/2014/main" id="{FB6F19C7-B64C-4F15-9A55-DBCEAAF9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2670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{{kpi1}}</a:t>
            </a:r>
          </a:p>
        </p:txBody>
      </p:sp>
      <p:sp>
        <p:nvSpPr>
          <p:cNvPr id="35" name="ctt:kpi2">
            <a:extLst xmlns:a="http://schemas.openxmlformats.org/drawingml/2006/main">
              <a:ext uri="{FF2B5EF4-FFF2-40B4-BE49-F238E27FC236}">
                <a16:creationId xmlns:a16="http://schemas.microsoft.com/office/drawing/2014/main" id="{A4E647E7-6380-47E5-B5CA-95A0AC4F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81150"/>
            <a:ext cx="32670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{{kpi2}}</a:t>
            </a:r>
          </a:p>
        </p:txBody>
      </p:sp>
      <p:sp>
        <p:nvSpPr>
          <p:cNvPr id="36" name="ctt:kpi3">
            <a:extLst xmlns:a="http://schemas.openxmlformats.org/drawingml/2006/main">
              <a:ext uri="{FF2B5EF4-FFF2-40B4-BE49-F238E27FC236}">
                <a16:creationId xmlns:a16="http://schemas.microsoft.com/office/drawing/2014/main" id="{85255309-9E60-4519-912D-DEE1D5D6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670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{{kpi3}}</a:t>
            </a:r>
          </a:p>
        </p:txBody>
      </p:sp>
    </p:spTree>
    <p:extLst>
      <p:ext uri="{BB962C8B-B14F-4D97-AF65-F5344CB8AC3E}">
        <p14:creationId xmlns:p14="http://schemas.microsoft.com/office/powerpoint/2010/main" val="7390454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b0000ab134f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tt:closing_title">
            <a:extLst xmlns:a="http://schemas.openxmlformats.org/drawingml/2006/main">
              <a:ext uri="{FF2B5EF4-FFF2-40B4-BE49-F238E27FC236}">
                <a16:creationId xmlns:a16="http://schemas.microsoft.com/office/drawing/2014/main" id="{3546E8F5-5259-419E-A6C6-58CC99B9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5065776"/>
            <a:ext cx="42062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{{closing_title}}</a:t>
            </a:r>
          </a:p>
        </p:txBody>
      </p:sp>
      <p:sp>
        <p:nvSpPr>
          <p:cNvPr id="4" name="ctt:closing_scope">
            <a:extLst xmlns:a="http://schemas.openxmlformats.org/drawingml/2006/main">
              <a:ext uri="{FF2B5EF4-FFF2-40B4-BE49-F238E27FC236}">
                <a16:creationId xmlns:a16="http://schemas.microsoft.com/office/drawing/2014/main" id="{D8093A36-395A-437B-9F5E-CA9D8BAF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546811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0">
                <a:solidFill>
                  <a:srgbClr val="E4F0D5"/>
                </a:solidFill>
                <a:latin typeface="Calibri"/>
                <a:ea typeface="Calibri"/>
                <a:cs typeface="Calibri"/>
              </a:rPr>
              <a:t>{{closing_scope}}</a:t>
            </a:r>
          </a:p>
        </p:txBody>
      </p:sp>
    </p:spTree>
    <p:extLst>
      <p:ext uri="{BB962C8B-B14F-4D97-AF65-F5344CB8AC3E}">
        <p14:creationId xmlns:p14="http://schemas.microsoft.com/office/powerpoint/2010/main" val="68666338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ed922cf9145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1" name="ctt:unused">
            <a:extLst xmlns:a="http://schemas.openxmlformats.org/drawingml/2006/main">
              <a:ext uri="{FF2B5EF4-FFF2-40B4-BE49-F238E27FC236}">
                <a16:creationId xmlns:a16="http://schemas.microsoft.com/office/drawing/2014/main" id="{7F566525-AEC8-9E0E-8236-1411DEF6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ctt:summary_title">
            <a:extLst xmlns:a="http://schemas.openxmlformats.org/drawingml/2006/main">
              <a:ext uri="{FF2B5EF4-FFF2-40B4-BE49-F238E27FC236}">
                <a16:creationId xmlns:a16="http://schemas.microsoft.com/office/drawing/2014/main" id="{375409D4-B7C1-47AC-B560-DB3ACC7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8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76B82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76B82A"/>
                </a:solidFill>
                <a:latin typeface="Calibri"/>
                <a:ea typeface="Calibri"/>
                <a:cs typeface="Calibri"/>
              </a:rPr>
              <a:t>{{summary_title}}</a:t>
            </a:r>
          </a:p>
        </p:txBody>
      </p:sp>
      <p:sp>
        <p:nvSpPr>
          <p:cNvPr id="24" name="ctt:page">
            <a:extLst xmlns:a="http://schemas.openxmlformats.org/drawingml/2006/main">
              <a:ext uri="{FF2B5EF4-FFF2-40B4-BE49-F238E27FC236}">
                <a16:creationId xmlns:a16="http://schemas.microsoft.com/office/drawing/2014/main" id="{FE2383C1-2805-4CBE-AB52-AC04603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95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{{page}}</a:t>
            </a:r>
          </a:p>
        </p:txBody>
      </p:sp>
      <p:sp>
        <p:nvSpPr>
          <p:cNvPr id="25" name="ctt:summary_body">
            <a:extLst xmlns:a="http://schemas.openxmlformats.org/drawingml/2006/main">
              <a:ext uri="{FF2B5EF4-FFF2-40B4-BE49-F238E27FC236}">
                <a16:creationId xmlns:a16="http://schemas.microsoft.com/office/drawing/2014/main" id="{5B6F7839-FF01-4ADE-B42B-F715E02A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01375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ctt:footer">
            <a:extLst xmlns:a="http://schemas.openxmlformats.org/drawingml/2006/main">
              <a:ext uri="{FF2B5EF4-FFF2-40B4-BE49-F238E27FC236}">
                <a16:creationId xmlns:a16="http://schemas.microsoft.com/office/drawing/2014/main" id="{1EAC3EBC-35B7-47AC-A281-700C5E2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{{footer}}</a:t>
            </a:r>
          </a:p>
        </p:txBody>
      </p:sp>
      <p:sp>
        <p:nvSpPr>
          <p:cNvPr id="28" name="ctt:trace_context">
            <a:extLst xmlns:a="http://schemas.openxmlformats.org/drawingml/2006/main">
              <a:ext uri="{FF2B5EF4-FFF2-40B4-BE49-F238E27FC236}">
                <a16:creationId xmlns:a16="http://schemas.microsoft.com/office/drawing/2014/main" id="{D0B6C3A2-BB94-48BD-ABC3-F1CF4DB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{{trace_context}}</a:t>
            </a:r>
          </a:p>
        </p:txBody>
      </p:sp>
      <p:sp>
        <p:nvSpPr>
          <p:cNvPr id="29" name="ctt:trace_picture">
            <a:extLst xmlns:a="http://schemas.openxmlformats.org/drawingml/2006/main">
              <a:ext uri="{FF2B5EF4-FFF2-40B4-BE49-F238E27FC236}">
                <a16:creationId xmlns:a16="http://schemas.microsoft.com/office/drawing/2014/main" id="{D41BFD71-53E9-4443-A0BC-D0EB988D6C46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71500" y="1714500"/>
            <a:ext cx="11001375" cy="3905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{{trace_picture}}</a:t>
            </a:r>
          </a:p>
        </p:txBody>
      </p:sp>
      <p:sp>
        <p:nvSpPr>
          <p:cNvPr id="30" name="ctt:trace_caption">
            <a:extLst xmlns:a="http://schemas.openxmlformats.org/drawingml/2006/main">
              <a:ext uri="{FF2B5EF4-FFF2-40B4-BE49-F238E27FC236}">
                <a16:creationId xmlns:a16="http://schemas.microsoft.com/office/drawing/2014/main" id="{996BC03A-2139-4EE6-A6DA-86DBD1B5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{{trace_caption}}</a:t>
            </a:r>
          </a:p>
        </p:txBody>
      </p:sp>
    </p:spTree>
    <p:extLst>
      <p:ext uri="{BB962C8B-B14F-4D97-AF65-F5344CB8AC3E}">
        <p14:creationId xmlns:p14="http://schemas.microsoft.com/office/powerpoint/2010/main" val="34701109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2026-10-06T23:59:30.8790000Z</dcterms:created>
  <dcterms:modified xsi:type="dcterms:W3CDTF">2026-10-06T23:59:30.8790000Z</dcterms:modified>
</coreProperties>
</file>