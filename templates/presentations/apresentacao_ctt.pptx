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3" d="100"/>
          <a:sy n="113" d="100"/>
        </p:scale>
        <p:origin x="47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34256" y="713232"/>
            <a:ext cx="2852928" cy="310896"/>
          </a:xfrm>
          <a:prstGeom prst="roundRect">
            <a:avLst/>
          </a:prstGeom>
          <a:solidFill>
            <a:srgbClr val="76B82A"/>
          </a:solidFill>
          <a:ln w="12700">
            <a:solidFill>
              <a:srgbClr val="76B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760688" y="799430"/>
            <a:ext cx="64" cy="1384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endParaRPr sz="9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800600" y="2002536"/>
            <a:ext cx="2596896" cy="27432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1188720"/>
            <a:ext cx="365760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pt-BR" sz="950" b="1" dirty="0">
                <a:solidFill>
                  <a:srgbClr val="E6F3D8"/>
                </a:solidFill>
                <a:latin typeface="Calibri"/>
              </a:rPr>
              <a:t>NOME DA SEÇÃO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7315200" cy="6217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pt-BR" sz="3000" b="1" dirty="0">
                <a:solidFill>
                  <a:srgbClr val="FFFFFF"/>
                </a:solidFill>
                <a:latin typeface="Calibri Light"/>
              </a:rPr>
              <a:t>Título da seção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31136"/>
            <a:ext cx="4114800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pt-BR" sz="1850" b="0" dirty="0">
                <a:solidFill>
                  <a:srgbClr val="FFFFFF"/>
                </a:solidFill>
                <a:latin typeface="Calibri"/>
              </a:rPr>
              <a:t>Subtítulo / tema</a:t>
            </a:r>
            <a:endParaRPr sz="1850" b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58368" y="2816352"/>
            <a:ext cx="941832" cy="27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57232" y="1417320"/>
            <a:ext cx="1261872" cy="7315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3400" b="1">
                <a:solidFill>
                  <a:srgbClr val="B9DA86"/>
                </a:solidFill>
                <a:latin typeface="Calibri Light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48088" y="2075688"/>
            <a:ext cx="128016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869" b="1">
                <a:solidFill>
                  <a:srgbClr val="E0EEC8"/>
                </a:solidFill>
                <a:latin typeface="Calibri"/>
              </a:rPr>
              <a:t>Descrição breve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411480"/>
            <a:ext cx="3200400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76B82A"/>
                </a:solidFill>
                <a:latin typeface="Calibri Light"/>
              </a:rPr>
              <a:t>SUMÁRIO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96112"/>
            <a:ext cx="475488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19" b="0">
                <a:solidFill>
                  <a:srgbClr val="D1DEE2"/>
                </a:solidFill>
                <a:latin typeface="Calibri"/>
              </a:rPr>
              <a:t>Descrição breve da apresentação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5175504" cy="841248"/>
          </a:xfrm>
          <a:prstGeom prst="roundRect">
            <a:avLst/>
          </a:prstGeom>
          <a:solidFill>
            <a:srgbClr val="3A5E6B"/>
          </a:solidFill>
          <a:ln w="12700">
            <a:solidFill>
              <a:srgbClr val="476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731520" y="1682496"/>
            <a:ext cx="438912" cy="438912"/>
          </a:xfrm>
          <a:prstGeom prst="roundRect">
            <a:avLst/>
          </a:prstGeom>
          <a:solidFill>
            <a:srgbClr val="76B82A"/>
          </a:solidFill>
          <a:ln w="12700">
            <a:solidFill>
              <a:srgbClr val="76B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682496"/>
            <a:ext cx="438912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5024" y="1824238"/>
            <a:ext cx="65" cy="15542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endParaRPr lang="pt-BR" sz="1010" b="1" dirty="0">
              <a:solidFill>
                <a:srgbClr val="FFFFFF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7920" y="1481328"/>
            <a:ext cx="5175504" cy="841248"/>
          </a:xfrm>
          <a:prstGeom prst="roundRect">
            <a:avLst/>
          </a:prstGeom>
          <a:solidFill>
            <a:srgbClr val="3A5E6B"/>
          </a:solidFill>
          <a:ln w="12700">
            <a:solidFill>
              <a:srgbClr val="476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382512" y="1682496"/>
            <a:ext cx="438912" cy="438912"/>
          </a:xfrm>
          <a:prstGeom prst="roundRect">
            <a:avLst/>
          </a:prstGeom>
          <a:solidFill>
            <a:srgbClr val="76B82A"/>
          </a:solidFill>
          <a:ln w="12700">
            <a:solidFill>
              <a:srgbClr val="76B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82512" y="1682496"/>
            <a:ext cx="438912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86016" y="1813738"/>
            <a:ext cx="65" cy="15542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 sz="101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66928" y="2670048"/>
            <a:ext cx="5175504" cy="841248"/>
          </a:xfrm>
          <a:prstGeom prst="roundRect">
            <a:avLst/>
          </a:prstGeom>
          <a:solidFill>
            <a:srgbClr val="3A5E6B"/>
          </a:solidFill>
          <a:ln w="12700">
            <a:solidFill>
              <a:srgbClr val="476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31520" y="2871216"/>
            <a:ext cx="438912" cy="438912"/>
          </a:xfrm>
          <a:prstGeom prst="roundRect">
            <a:avLst/>
          </a:prstGeom>
          <a:solidFill>
            <a:srgbClr val="76B82A"/>
          </a:solidFill>
          <a:ln w="12700">
            <a:solidFill>
              <a:srgbClr val="76B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2871216"/>
            <a:ext cx="438912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3012958"/>
            <a:ext cx="65" cy="15542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 sz="101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217920" y="2670048"/>
            <a:ext cx="5175504" cy="841248"/>
          </a:xfrm>
          <a:prstGeom prst="roundRect">
            <a:avLst/>
          </a:prstGeom>
          <a:solidFill>
            <a:srgbClr val="3A5E6B"/>
          </a:solidFill>
          <a:ln w="12700">
            <a:solidFill>
              <a:srgbClr val="476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382512" y="2871216"/>
            <a:ext cx="438912" cy="438912"/>
          </a:xfrm>
          <a:prstGeom prst="roundRect">
            <a:avLst/>
          </a:prstGeom>
          <a:solidFill>
            <a:srgbClr val="76B82A"/>
          </a:solidFill>
          <a:ln w="12700">
            <a:solidFill>
              <a:srgbClr val="76B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82512" y="2871216"/>
            <a:ext cx="438912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86016" y="3012958"/>
            <a:ext cx="65" cy="15542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 sz="101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66928" y="3858768"/>
            <a:ext cx="5175504" cy="841248"/>
          </a:xfrm>
          <a:prstGeom prst="roundRect">
            <a:avLst/>
          </a:prstGeom>
          <a:solidFill>
            <a:srgbClr val="3A5E6B"/>
          </a:solidFill>
          <a:ln w="12700">
            <a:solidFill>
              <a:srgbClr val="476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31520" y="4059935"/>
            <a:ext cx="438912" cy="438912"/>
          </a:xfrm>
          <a:prstGeom prst="roundRect">
            <a:avLst/>
          </a:prstGeom>
          <a:solidFill>
            <a:srgbClr val="76B82A"/>
          </a:solidFill>
          <a:ln w="12700">
            <a:solidFill>
              <a:srgbClr val="76B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4059935"/>
            <a:ext cx="438912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35024" y="4201678"/>
            <a:ext cx="65" cy="15542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 sz="101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85216" y="6035040"/>
            <a:ext cx="667512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0">
                <a:solidFill>
                  <a:srgbClr val="9DB4BC"/>
                </a:solidFill>
                <a:latin typeface="Calibri"/>
              </a:rPr>
              <a:t>Observação / contexto da apresentação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08208" y="6163056"/>
            <a:ext cx="82296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730" b="1">
                <a:solidFill>
                  <a:srgbClr val="9DB4BC"/>
                </a:solidFill>
                <a:latin typeface="Calibri"/>
              </a:rPr>
              <a:t>00 / 00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09728"/>
            <a:ext cx="10104120" cy="4846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pt-BR" sz="2350" b="1" dirty="0">
                <a:solidFill>
                  <a:srgbClr val="76B82A"/>
                </a:solidFill>
                <a:latin typeface="Calibri Light"/>
              </a:rPr>
              <a:t>Título do slide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08208" y="182880"/>
            <a:ext cx="914400" cy="310896"/>
          </a:xfrm>
          <a:prstGeom prst="roundRect">
            <a:avLst/>
          </a:prstGeom>
          <a:solidFill>
            <a:srgbClr val="30515F"/>
          </a:solidFill>
          <a:ln w="12700">
            <a:solidFill>
              <a:srgbClr val="305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08208" y="182880"/>
            <a:ext cx="91440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00 / 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932688"/>
            <a:ext cx="365760" cy="274320"/>
          </a:xfrm>
          <a:prstGeom prst="roundRect">
            <a:avLst/>
          </a:prstGeom>
          <a:solidFill>
            <a:srgbClr val="76B82A"/>
          </a:solidFill>
          <a:ln w="12700">
            <a:solidFill>
              <a:srgbClr val="76B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932688"/>
            <a:ext cx="36576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19" b="1" dirty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923544"/>
            <a:ext cx="4864607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pt-BR" sz="1060" b="1" dirty="0">
                <a:solidFill>
                  <a:srgbClr val="30515F"/>
                </a:solidFill>
                <a:latin typeface="Calibri"/>
              </a:rPr>
              <a:t>Bloco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91072" y="932688"/>
            <a:ext cx="365760" cy="274320"/>
          </a:xfrm>
          <a:prstGeom prst="roundRect">
            <a:avLst/>
          </a:prstGeom>
          <a:solidFill>
            <a:srgbClr val="76B82A"/>
          </a:solidFill>
          <a:ln w="12700">
            <a:solidFill>
              <a:srgbClr val="76B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91072" y="932688"/>
            <a:ext cx="36576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75704" y="923544"/>
            <a:ext cx="4864607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pt-BR" sz="1060" b="1" dirty="0">
                <a:solidFill>
                  <a:srgbClr val="30515F"/>
                </a:solidFill>
                <a:latin typeface="Calibri"/>
              </a:rPr>
              <a:t>Bloco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9496" y="1316736"/>
            <a:ext cx="5404103" cy="305734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63640" y="1316736"/>
            <a:ext cx="5404103" cy="3356055"/>
          </a:xfrm>
          <a:prstGeom prst="rect">
            <a:avLst/>
          </a:prstGeom>
          <a:solidFill>
            <a:srgbClr val="FFFFFF"/>
          </a:solidFill>
          <a:ln w="12700">
            <a:solidFill>
              <a:srgbClr val="CD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66928" y="5056632"/>
            <a:ext cx="5349240" cy="475488"/>
          </a:xfrm>
          <a:prstGeom prst="roundRect">
            <a:avLst/>
          </a:prstGeom>
          <a:solidFill>
            <a:srgbClr val="EDF5E4"/>
          </a:solidFill>
          <a:ln w="12700">
            <a:solidFill>
              <a:srgbClr val="D9E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76656" y="5166360"/>
            <a:ext cx="45720" cy="256032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5102352"/>
            <a:ext cx="4965192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19" b="1">
                <a:solidFill>
                  <a:srgbClr val="30515F"/>
                </a:solidFill>
                <a:latin typeface="Calibri"/>
              </a:rPr>
              <a:t>Descrição do bloco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5056632"/>
            <a:ext cx="5349240" cy="475488"/>
          </a:xfrm>
          <a:prstGeom prst="roundRect">
            <a:avLst/>
          </a:prstGeom>
          <a:solidFill>
            <a:srgbClr val="EDF5E4"/>
          </a:solidFill>
          <a:ln w="12700">
            <a:solidFill>
              <a:srgbClr val="D9E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0" y="5166360"/>
            <a:ext cx="45720" cy="256032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47104" y="5102352"/>
            <a:ext cx="4965192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19" b="1">
                <a:solidFill>
                  <a:srgbClr val="30515F"/>
                </a:solidFill>
                <a:latin typeface="Calibri"/>
              </a:rPr>
              <a:t>Descrição do bloco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5788152"/>
            <a:ext cx="11073384" cy="18288"/>
          </a:xfrm>
          <a:prstGeom prst="rect">
            <a:avLst/>
          </a:prstGeom>
          <a:solidFill>
            <a:srgbClr val="DCE5E0"/>
          </a:solidFill>
          <a:ln w="12700">
            <a:solidFill>
              <a:srgbClr val="DC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3017520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40" b="1">
                <a:solidFill>
                  <a:srgbClr val="7F7F7F"/>
                </a:solidFill>
                <a:latin typeface="Calibri"/>
              </a:rPr>
              <a:t>RODAPÉ / ÁREA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" descr="image4.png">
            <a:extLst>
              <a:ext uri="{FF2B5EF4-FFF2-40B4-BE49-F238E27FC236}">
                <a16:creationId xmlns:a16="http://schemas.microsoft.com/office/drawing/2014/main" id="{5E305001-B3AC-2B62-C704-DEBBBC8CD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174"/>
            <a:ext cx="12191999" cy="6858000"/>
          </a:xfrm>
          <a:prstGeom prst="rect">
            <a:avLst/>
          </a:prstGeom>
        </p:spPr>
      </p:pic>
      <p:sp>
        <p:nvSpPr>
          <p:cNvPr id="21" name="TextBox 6">
            <a:extLst>
              <a:ext uri="{FF2B5EF4-FFF2-40B4-BE49-F238E27FC236}">
                <a16:creationId xmlns:a16="http://schemas.microsoft.com/office/drawing/2014/main" id="{7F566525-AEC8-9E0E-8236-1411DEF6D02E}"/>
              </a:ext>
            </a:extLst>
          </p:cNvPr>
          <p:cNvSpPr txBox="1"/>
          <p:nvPr/>
        </p:nvSpPr>
        <p:spPr>
          <a:xfrm>
            <a:off x="566928" y="932688"/>
            <a:ext cx="36576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19" b="1" dirty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470110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09728"/>
            <a:ext cx="10104120" cy="4846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350" b="1">
                <a:solidFill>
                  <a:srgbClr val="76B82A"/>
                </a:solidFill>
                <a:latin typeface="Calibri Light"/>
              </a:rPr>
              <a:t>Título do slide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08208" y="182880"/>
            <a:ext cx="914400" cy="310896"/>
          </a:xfrm>
          <a:prstGeom prst="roundRect">
            <a:avLst/>
          </a:prstGeom>
          <a:solidFill>
            <a:srgbClr val="30515F"/>
          </a:solidFill>
          <a:ln w="12700">
            <a:solidFill>
              <a:srgbClr val="305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08208" y="182880"/>
            <a:ext cx="91440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00 / 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932688"/>
            <a:ext cx="365760" cy="274320"/>
          </a:xfrm>
          <a:prstGeom prst="roundRect">
            <a:avLst/>
          </a:prstGeom>
          <a:solidFill>
            <a:srgbClr val="76B82A"/>
          </a:solidFill>
          <a:ln w="12700">
            <a:solidFill>
              <a:srgbClr val="76B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932688"/>
            <a:ext cx="36576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19" b="1" dirty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923544"/>
            <a:ext cx="4864607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60" b="1">
                <a:solidFill>
                  <a:srgbClr val="30515F"/>
                </a:solidFill>
                <a:latin typeface="Calibri"/>
              </a:rPr>
              <a:t>Bloco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91072" y="932688"/>
            <a:ext cx="365760" cy="274320"/>
          </a:xfrm>
          <a:prstGeom prst="roundRect">
            <a:avLst/>
          </a:prstGeom>
          <a:solidFill>
            <a:srgbClr val="76B82A"/>
          </a:solidFill>
          <a:ln w="12700">
            <a:solidFill>
              <a:srgbClr val="76B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91072" y="932688"/>
            <a:ext cx="36576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75704" y="923544"/>
            <a:ext cx="4864607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60" b="1">
                <a:solidFill>
                  <a:srgbClr val="30515F"/>
                </a:solidFill>
                <a:latin typeface="Calibri"/>
              </a:rPr>
              <a:t>Bloco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9496" y="1316736"/>
            <a:ext cx="4148292" cy="3575304"/>
          </a:xfrm>
          <a:prstGeom prst="rect">
            <a:avLst/>
          </a:prstGeom>
          <a:solidFill>
            <a:srgbClr val="FFFFFF"/>
          </a:solidFill>
          <a:ln w="12700">
            <a:solidFill>
              <a:srgbClr val="CD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63640" y="1316736"/>
            <a:ext cx="5404103" cy="2674051"/>
          </a:xfrm>
          <a:prstGeom prst="rect">
            <a:avLst/>
          </a:prstGeom>
          <a:solidFill>
            <a:srgbClr val="FFFFFF"/>
          </a:solidFill>
          <a:ln w="12700">
            <a:solidFill>
              <a:srgbClr val="CD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66928" y="5056632"/>
            <a:ext cx="5349240" cy="475488"/>
          </a:xfrm>
          <a:prstGeom prst="roundRect">
            <a:avLst/>
          </a:prstGeom>
          <a:solidFill>
            <a:srgbClr val="EDF5E4"/>
          </a:solidFill>
          <a:ln w="12700">
            <a:solidFill>
              <a:srgbClr val="D9E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76656" y="5166360"/>
            <a:ext cx="45720" cy="256032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5102352"/>
            <a:ext cx="4965192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19" b="1">
                <a:solidFill>
                  <a:srgbClr val="30515F"/>
                </a:solidFill>
                <a:latin typeface="Calibri"/>
              </a:rPr>
              <a:t>Descrição do bloco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5056632"/>
            <a:ext cx="5349240" cy="475488"/>
          </a:xfrm>
          <a:prstGeom prst="roundRect">
            <a:avLst/>
          </a:prstGeom>
          <a:solidFill>
            <a:srgbClr val="EDF5E4"/>
          </a:solidFill>
          <a:ln w="12700">
            <a:solidFill>
              <a:srgbClr val="D9E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0" y="5166360"/>
            <a:ext cx="45720" cy="256032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47104" y="5102352"/>
            <a:ext cx="4965192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19" b="1">
                <a:solidFill>
                  <a:srgbClr val="30515F"/>
                </a:solidFill>
                <a:latin typeface="Calibri"/>
              </a:rPr>
              <a:t>Descrição do bloco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5788152"/>
            <a:ext cx="11073384" cy="18288"/>
          </a:xfrm>
          <a:prstGeom prst="rect">
            <a:avLst/>
          </a:prstGeom>
          <a:solidFill>
            <a:srgbClr val="DCE5E0"/>
          </a:solidFill>
          <a:ln w="12700">
            <a:solidFill>
              <a:srgbClr val="DC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3017520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40" b="1">
                <a:solidFill>
                  <a:srgbClr val="7F7F7F"/>
                </a:solidFill>
                <a:latin typeface="Calibri"/>
              </a:rPr>
              <a:t>RODAPÉ / ÁREA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09728"/>
            <a:ext cx="10104120" cy="4846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350" b="1">
                <a:solidFill>
                  <a:srgbClr val="76B82A"/>
                </a:solidFill>
                <a:latin typeface="Calibri Light"/>
              </a:rPr>
              <a:t>Título do slide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08208" y="182880"/>
            <a:ext cx="914400" cy="310896"/>
          </a:xfrm>
          <a:prstGeom prst="roundRect">
            <a:avLst/>
          </a:prstGeom>
          <a:solidFill>
            <a:srgbClr val="30515F"/>
          </a:solidFill>
          <a:ln w="12700">
            <a:solidFill>
              <a:srgbClr val="305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08208" y="182880"/>
            <a:ext cx="91440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00 / 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932688"/>
            <a:ext cx="365760" cy="274320"/>
          </a:xfrm>
          <a:prstGeom prst="roundRect">
            <a:avLst/>
          </a:prstGeom>
          <a:solidFill>
            <a:srgbClr val="76B82A"/>
          </a:solidFill>
          <a:ln w="12700">
            <a:solidFill>
              <a:srgbClr val="76B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932688"/>
            <a:ext cx="36576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923544"/>
            <a:ext cx="4864607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60" b="1">
                <a:solidFill>
                  <a:srgbClr val="30515F"/>
                </a:solidFill>
                <a:latin typeface="Calibri"/>
              </a:rPr>
              <a:t>Bloco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91072" y="932688"/>
            <a:ext cx="365760" cy="274320"/>
          </a:xfrm>
          <a:prstGeom prst="roundRect">
            <a:avLst/>
          </a:prstGeom>
          <a:solidFill>
            <a:srgbClr val="76B82A"/>
          </a:solidFill>
          <a:ln w="12700">
            <a:solidFill>
              <a:srgbClr val="76B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91072" y="932688"/>
            <a:ext cx="36576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75704" y="923544"/>
            <a:ext cx="4864607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60" b="1">
                <a:solidFill>
                  <a:srgbClr val="30515F"/>
                </a:solidFill>
                <a:latin typeface="Calibri"/>
              </a:rPr>
              <a:t>Bloco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9496" y="1316736"/>
            <a:ext cx="5404103" cy="2500147"/>
          </a:xfrm>
          <a:prstGeom prst="rect">
            <a:avLst/>
          </a:prstGeom>
          <a:solidFill>
            <a:srgbClr val="FFFFFF"/>
          </a:solidFill>
          <a:ln w="12700">
            <a:solidFill>
              <a:srgbClr val="CD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63640" y="1316736"/>
            <a:ext cx="5404103" cy="3343469"/>
          </a:xfrm>
          <a:prstGeom prst="rect">
            <a:avLst/>
          </a:prstGeom>
          <a:solidFill>
            <a:srgbClr val="FFFFFF"/>
          </a:solidFill>
          <a:ln w="12700">
            <a:solidFill>
              <a:srgbClr val="CD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66928" y="5056632"/>
            <a:ext cx="5349240" cy="475488"/>
          </a:xfrm>
          <a:prstGeom prst="roundRect">
            <a:avLst/>
          </a:prstGeom>
          <a:solidFill>
            <a:srgbClr val="EDF5E4"/>
          </a:solidFill>
          <a:ln w="12700">
            <a:solidFill>
              <a:srgbClr val="D9E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76656" y="5166360"/>
            <a:ext cx="45720" cy="256032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5102352"/>
            <a:ext cx="4965192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19" b="1">
                <a:solidFill>
                  <a:srgbClr val="30515F"/>
                </a:solidFill>
                <a:latin typeface="Calibri"/>
              </a:rPr>
              <a:t>Descrição do bloco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5056632"/>
            <a:ext cx="5349240" cy="475488"/>
          </a:xfrm>
          <a:prstGeom prst="roundRect">
            <a:avLst/>
          </a:prstGeom>
          <a:solidFill>
            <a:srgbClr val="EDF5E4"/>
          </a:solidFill>
          <a:ln w="12700">
            <a:solidFill>
              <a:srgbClr val="D9E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0" y="5166360"/>
            <a:ext cx="45720" cy="256032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47104" y="5102352"/>
            <a:ext cx="4965192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19" b="1">
                <a:solidFill>
                  <a:srgbClr val="30515F"/>
                </a:solidFill>
                <a:latin typeface="Calibri"/>
              </a:rPr>
              <a:t>Descrição do bloco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5788152"/>
            <a:ext cx="11073384" cy="18288"/>
          </a:xfrm>
          <a:prstGeom prst="rect">
            <a:avLst/>
          </a:prstGeom>
          <a:solidFill>
            <a:srgbClr val="DCE5E0"/>
          </a:solidFill>
          <a:ln w="12700">
            <a:solidFill>
              <a:srgbClr val="DC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3017520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40" b="1">
                <a:solidFill>
                  <a:srgbClr val="7F7F7F"/>
                </a:solidFill>
                <a:latin typeface="Calibri"/>
              </a:rPr>
              <a:t>RODAPÉ / ÁREA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2401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09728"/>
            <a:ext cx="10104120" cy="4846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550" b="1">
                <a:solidFill>
                  <a:srgbClr val="76B82A"/>
                </a:solidFill>
                <a:latin typeface="Calibri Light"/>
              </a:rPr>
              <a:t>Título do slide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08208" y="182880"/>
            <a:ext cx="914400" cy="310896"/>
          </a:xfrm>
          <a:prstGeom prst="roundRect">
            <a:avLst/>
          </a:prstGeom>
          <a:solidFill>
            <a:srgbClr val="30515F"/>
          </a:solidFill>
          <a:ln w="12700">
            <a:solidFill>
              <a:srgbClr val="305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08208" y="182880"/>
            <a:ext cx="91440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00 / 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932688"/>
            <a:ext cx="365760" cy="274320"/>
          </a:xfrm>
          <a:prstGeom prst="roundRect">
            <a:avLst/>
          </a:prstGeom>
          <a:solidFill>
            <a:srgbClr val="76B82A"/>
          </a:solidFill>
          <a:ln w="12700">
            <a:solidFill>
              <a:srgbClr val="76B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776" y="1006818"/>
            <a:ext cx="64" cy="1260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endParaRPr sz="819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51560" y="923544"/>
            <a:ext cx="4864607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60" b="1" dirty="0">
                <a:solidFill>
                  <a:srgbClr val="30515F"/>
                </a:solidFill>
                <a:latin typeface="Calibri"/>
              </a:rPr>
              <a:t>Bloco 1</a:t>
            </a:r>
            <a:r>
              <a:rPr sz="1060" b="1" dirty="0" err="1">
                <a:solidFill>
                  <a:srgbClr val="30515F"/>
                </a:solidFill>
                <a:latin typeface="Calibri"/>
              </a:rPr>
              <a:t/>
            </a:r>
            <a:r>
              <a:rPr sz="1060" b="1" dirty="0">
                <a:solidFill>
                  <a:srgbClr val="30515F"/>
                </a:solidFill>
                <a:latin typeface="Calibri"/>
              </a:rPr>
              <a:t/>
            </a:r>
            <a:r>
              <a:rPr sz="1060" b="1" dirty="0" err="1">
                <a:solidFill>
                  <a:srgbClr val="30515F"/>
                </a:solidFill>
                <a:latin typeface="Calibri"/>
              </a:rPr>
              <a:t/>
            </a:r>
            <a:endParaRPr sz="1060" b="1" dirty="0">
              <a:solidFill>
                <a:srgbClr val="30515F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39496" y="1316736"/>
            <a:ext cx="5404103" cy="2093976"/>
          </a:xfrm>
          <a:prstGeom prst="rect">
            <a:avLst/>
          </a:prstGeom>
          <a:solidFill>
            <a:srgbClr val="FFFFFF"/>
          </a:solidFill>
          <a:ln w="12700">
            <a:solidFill>
              <a:srgbClr val="CD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91072" y="932688"/>
            <a:ext cx="365760" cy="274320"/>
          </a:xfrm>
          <a:prstGeom prst="roundRect">
            <a:avLst/>
          </a:prstGeom>
          <a:solidFill>
            <a:srgbClr val="76B82A"/>
          </a:solidFill>
          <a:ln w="12700">
            <a:solidFill>
              <a:srgbClr val="76B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91072" y="932688"/>
            <a:ext cx="36576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75704" y="923544"/>
            <a:ext cx="4864607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60" b="1">
                <a:solidFill>
                  <a:srgbClr val="30515F"/>
                </a:solidFill>
                <a:latin typeface="Calibri"/>
              </a:rPr>
              <a:t>Bloco 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316736"/>
            <a:ext cx="5404103" cy="235772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91070" y="4033482"/>
            <a:ext cx="52900" cy="1260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19" b="1" dirty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09006" y="5981770"/>
            <a:ext cx="2180084" cy="1431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30" b="1" dirty="0" err="1">
                <a:solidFill>
                  <a:srgbClr val="7F7F7F"/>
                </a:solidFill>
                <a:latin typeface="Calibri"/>
              </a:rPr>
              <a:t>Descrição do bloco</a:t>
            </a:r>
            <a:r>
              <a:rPr sz="930" b="1" dirty="0">
                <a:solidFill>
                  <a:srgbClr val="7F7F7F"/>
                </a:solidFill>
                <a:latin typeface="Calibri"/>
              </a:rPr>
              <a:t/>
            </a:r>
            <a:r>
              <a:rPr sz="930" b="1" dirty="0" err="1">
                <a:solidFill>
                  <a:srgbClr val="7F7F7F"/>
                </a:solidFill>
                <a:latin typeface="Calibri"/>
              </a:rPr>
              <a:t/>
            </a:r>
            <a:r>
              <a:rPr sz="930" b="1" dirty="0">
                <a:solidFill>
                  <a:srgbClr val="7F7F7F"/>
                </a:solidFill>
                <a:latin typeface="Calibri"/>
              </a:rPr>
              <a:t/>
            </a:r>
            <a:r>
              <a:rPr sz="930" b="1" dirty="0" err="1">
                <a:solidFill>
                  <a:srgbClr val="7F7F7F"/>
                </a:solidFill>
                <a:latin typeface="Calibri"/>
              </a:rPr>
              <a:t/>
            </a:r>
            <a:endParaRPr sz="930" b="1" dirty="0">
              <a:solidFill>
                <a:srgbClr val="7F7F7F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3017520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40" b="1">
                <a:solidFill>
                  <a:srgbClr val="7F7F7F"/>
                </a:solidFill>
                <a:latin typeface="Calibri"/>
              </a:rPr>
              <a:t>RODAPÉ / ÁREA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09728"/>
            <a:ext cx="10104120" cy="4846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550" b="1">
                <a:solidFill>
                  <a:srgbClr val="76B82A"/>
                </a:solidFill>
                <a:latin typeface="Calibri Light"/>
              </a:rPr>
              <a:t>Título do slide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08208" y="182880"/>
            <a:ext cx="914400" cy="310896"/>
          </a:xfrm>
          <a:prstGeom prst="roundRect">
            <a:avLst/>
          </a:prstGeom>
          <a:solidFill>
            <a:srgbClr val="30515F"/>
          </a:solidFill>
          <a:ln w="12700">
            <a:solidFill>
              <a:srgbClr val="305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08208" y="182880"/>
            <a:ext cx="91440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00 / 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32688"/>
            <a:ext cx="365760" cy="274320"/>
          </a:xfrm>
          <a:prstGeom prst="roundRect">
            <a:avLst/>
          </a:prstGeom>
          <a:solidFill>
            <a:srgbClr val="76B82A"/>
          </a:solidFill>
          <a:ln w="12700">
            <a:solidFill>
              <a:srgbClr val="76B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32688"/>
            <a:ext cx="36576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923544"/>
            <a:ext cx="3099815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60" b="1">
                <a:solidFill>
                  <a:srgbClr val="30515F"/>
                </a:solidFill>
                <a:latin typeface="Calibri"/>
              </a:rPr>
              <a:t>Bloco 1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" y="1316736"/>
            <a:ext cx="3639312" cy="2397508"/>
          </a:xfrm>
          <a:prstGeom prst="rect">
            <a:avLst/>
          </a:prstGeom>
          <a:solidFill>
            <a:srgbClr val="FFFFFF"/>
          </a:solidFill>
          <a:ln w="12700">
            <a:solidFill>
              <a:srgbClr val="CD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7200" y="4315968"/>
            <a:ext cx="3584448" cy="475488"/>
          </a:xfrm>
          <a:prstGeom prst="roundRect">
            <a:avLst/>
          </a:prstGeom>
          <a:solidFill>
            <a:srgbClr val="EDF5E4"/>
          </a:solidFill>
          <a:ln w="12700">
            <a:solidFill>
              <a:srgbClr val="D9E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4425696"/>
            <a:ext cx="45720" cy="256032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4361688"/>
            <a:ext cx="3200400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19" b="1">
                <a:solidFill>
                  <a:srgbClr val="30515F"/>
                </a:solidFill>
                <a:latin typeface="Calibri"/>
              </a:rPr>
              <a:t>Descrição do bloco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9392" y="932688"/>
            <a:ext cx="365760" cy="274320"/>
          </a:xfrm>
          <a:prstGeom prst="roundRect">
            <a:avLst/>
          </a:prstGeom>
          <a:solidFill>
            <a:srgbClr val="76B82A"/>
          </a:solidFill>
          <a:ln w="12700">
            <a:solidFill>
              <a:srgbClr val="76B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79392" y="932688"/>
            <a:ext cx="36576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64024" y="923544"/>
            <a:ext cx="3099815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60" b="1">
                <a:solidFill>
                  <a:srgbClr val="30515F"/>
                </a:solidFill>
                <a:latin typeface="Calibri"/>
              </a:rPr>
              <a:t>Bloco 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59" y="1316736"/>
            <a:ext cx="3639312" cy="2364841"/>
          </a:xfrm>
          <a:prstGeom prst="rect">
            <a:avLst/>
          </a:prstGeom>
          <a:solidFill>
            <a:srgbClr val="FFFFFF"/>
          </a:solidFill>
          <a:ln w="12700">
            <a:solidFill>
              <a:srgbClr val="CD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279392" y="4315968"/>
            <a:ext cx="3584448" cy="475488"/>
          </a:xfrm>
          <a:prstGeom prst="roundRect">
            <a:avLst/>
          </a:prstGeom>
          <a:solidFill>
            <a:srgbClr val="EDF5E4"/>
          </a:solidFill>
          <a:ln w="12700">
            <a:solidFill>
              <a:srgbClr val="D9E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89120" y="4425696"/>
            <a:ext cx="45720" cy="256032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35424" y="4361688"/>
            <a:ext cx="3200400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19" b="1">
                <a:solidFill>
                  <a:srgbClr val="30515F"/>
                </a:solidFill>
                <a:latin typeface="Calibri"/>
              </a:rPr>
              <a:t>Descrição do bloco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01583" y="932688"/>
            <a:ext cx="365760" cy="274320"/>
          </a:xfrm>
          <a:prstGeom prst="roundRect">
            <a:avLst/>
          </a:prstGeom>
          <a:solidFill>
            <a:srgbClr val="76B82A"/>
          </a:solidFill>
          <a:ln w="12700">
            <a:solidFill>
              <a:srgbClr val="76B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01583" y="932688"/>
            <a:ext cx="36576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86215" y="923544"/>
            <a:ext cx="3099815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60" b="1">
                <a:solidFill>
                  <a:srgbClr val="30515F"/>
                </a:solidFill>
                <a:latin typeface="Calibri"/>
              </a:rPr>
              <a:t>Bloco 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74152" y="1316736"/>
            <a:ext cx="3639312" cy="2279367"/>
          </a:xfrm>
          <a:prstGeom prst="rect">
            <a:avLst/>
          </a:prstGeom>
          <a:solidFill>
            <a:srgbClr val="FFFFFF"/>
          </a:solidFill>
          <a:ln w="12700">
            <a:solidFill>
              <a:srgbClr val="CDD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101583" y="4315968"/>
            <a:ext cx="3584448" cy="475488"/>
          </a:xfrm>
          <a:prstGeom prst="roundRect">
            <a:avLst/>
          </a:prstGeom>
          <a:solidFill>
            <a:srgbClr val="EDF5E4"/>
          </a:solidFill>
          <a:ln w="12700">
            <a:solidFill>
              <a:srgbClr val="D9E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211311" y="4425696"/>
            <a:ext cx="45720" cy="256032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57615" y="4361688"/>
            <a:ext cx="3200400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19" b="1">
                <a:solidFill>
                  <a:srgbClr val="30515F"/>
                </a:solidFill>
                <a:latin typeface="Calibri"/>
              </a:rPr>
              <a:t>Descrição do bloco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065776"/>
            <a:ext cx="11082528" cy="804672"/>
          </a:xfrm>
          <a:prstGeom prst="roundRect">
            <a:avLst/>
          </a:prstGeom>
          <a:solidFill>
            <a:srgbClr val="F5F8F6"/>
          </a:solidFill>
          <a:ln w="12700">
            <a:solidFill>
              <a:srgbClr val="E0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86384" y="5239512"/>
            <a:ext cx="10424160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30515F"/>
                </a:solidFill>
                <a:latin typeface="Calibri"/>
              </a:rPr>
              <a:t>Área para observação, resumo executivo ou mensagem de apoio.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46520"/>
            <a:ext cx="3017520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40" b="1">
                <a:solidFill>
                  <a:srgbClr val="7F7F7F"/>
                </a:solidFill>
                <a:latin typeface="Calibri"/>
              </a:rPr>
              <a:t>RODAPÉ / ÁREA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977639" y="5065776"/>
            <a:ext cx="4206240" cy="4023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 Light"/>
              </a:rPr>
              <a:t>ENCERRAMENTO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77639" y="5468112"/>
            <a:ext cx="420624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30" b="0">
                <a:solidFill>
                  <a:srgbClr val="E4F0D5"/>
                </a:solidFill>
                <a:latin typeface="Calibri"/>
              </a:rPr>
              <a:t>Subtítulo / informações finais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220</Words>
  <Application>Microsoft Office PowerPoint</Application>
  <PresentationFormat>Widescreen</PresentationFormat>
  <Paragraphs>65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Willian Davi de Oliveira Celio</cp:lastModifiedBy>
  <cp:revision>5</cp:revision>
  <dcterms:created xsi:type="dcterms:W3CDTF">2013-01-27T09:14:16Z</dcterms:created>
  <dcterms:modified xsi:type="dcterms:W3CDTF">2026-10-06T20:52:47Z</dcterms:modified>
  <cp:category/>
</cp:coreProperties>
</file>